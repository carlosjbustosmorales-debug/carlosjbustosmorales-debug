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2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sldIdLst>
    <p:sldId id="271" r:id="rId5"/>
    <p:sldId id="259" r:id="rId6"/>
    <p:sldId id="280" r:id="rId7"/>
    <p:sldId id="316" r:id="rId8"/>
    <p:sldId id="274" r:id="rId9"/>
    <p:sldId id="319" r:id="rId10"/>
    <p:sldId id="318" r:id="rId11"/>
    <p:sldId id="291" r:id="rId12"/>
    <p:sldId id="310" r:id="rId13"/>
    <p:sldId id="287" r:id="rId14"/>
    <p:sldId id="329" r:id="rId15"/>
    <p:sldId id="286" r:id="rId16"/>
    <p:sldId id="305" r:id="rId17"/>
    <p:sldId id="308" r:id="rId18"/>
    <p:sldId id="327" r:id="rId19"/>
    <p:sldId id="328" r:id="rId20"/>
    <p:sldId id="277" r:id="rId21"/>
    <p:sldId id="268" r:id="rId22"/>
    <p:sldId id="322" r:id="rId23"/>
    <p:sldId id="323" r:id="rId24"/>
    <p:sldId id="324" r:id="rId25"/>
    <p:sldId id="325" r:id="rId26"/>
    <p:sldId id="272" r:id="rId27"/>
    <p:sldId id="330" r:id="rId28"/>
    <p:sldId id="276" r:id="rId2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C20"/>
    <a:srgbClr val="077762"/>
    <a:srgbClr val="FF6600"/>
    <a:srgbClr val="0CA84C"/>
    <a:srgbClr val="8367C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B3170-640F-43A1-B549-5629536AA12E}" v="18" dt="2026-05-15T06:16:32.1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173" autoAdjust="0"/>
  </p:normalViewPr>
  <p:slideViewPr>
    <p:cSldViewPr snapToGrid="0">
      <p:cViewPr>
        <p:scale>
          <a:sx n="95" d="100"/>
          <a:sy n="95" d="100"/>
        </p:scale>
        <p:origin x="180" y="282"/>
      </p:cViewPr>
      <p:guideLst/>
    </p:cSldViewPr>
  </p:slideViewPr>
  <p:outlineViewPr>
    <p:cViewPr>
      <p:scale>
        <a:sx n="33" d="100"/>
        <a:sy n="33" d="100"/>
      </p:scale>
      <p:origin x="0" y="-322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Bustos" userId="fa104044d1b19561" providerId="LiveId" clId="{092E6007-67A3-4240-92A8-5BF28102B6E0}"/>
    <pc:docChg chg="custSel modSld">
      <pc:chgData name="Carlos Bustos" userId="fa104044d1b19561" providerId="LiveId" clId="{092E6007-67A3-4240-92A8-5BF28102B6E0}" dt="2026-05-15T06:17:25.128" v="17" actId="20577"/>
      <pc:docMkLst>
        <pc:docMk/>
      </pc:docMkLst>
      <pc:sldChg chg="modSp">
        <pc:chgData name="Carlos Bustos" userId="fa104044d1b19561" providerId="LiveId" clId="{092E6007-67A3-4240-92A8-5BF28102B6E0}" dt="2026-05-15T05:53:04.204" v="10"/>
        <pc:sldMkLst>
          <pc:docMk/>
          <pc:sldMk cId="4116858846" sldId="268"/>
        </pc:sldMkLst>
        <pc:graphicFrameChg chg="mod">
          <ac:chgData name="Carlos Bustos" userId="fa104044d1b19561" providerId="LiveId" clId="{092E6007-67A3-4240-92A8-5BF28102B6E0}" dt="2026-05-15T05:53:04.204" v="10"/>
          <ac:graphicFrameMkLst>
            <pc:docMk/>
            <pc:sldMk cId="4116858846" sldId="268"/>
            <ac:graphicFrameMk id="7" creationId="{56E4FB1D-D1E9-D04B-1D08-D7650C8C3FE0}"/>
          </ac:graphicFrameMkLst>
        </pc:graphicFrameChg>
      </pc:sldChg>
      <pc:sldChg chg="modSp">
        <pc:chgData name="Carlos Bustos" userId="fa104044d1b19561" providerId="LiveId" clId="{092E6007-67A3-4240-92A8-5BF28102B6E0}" dt="2026-05-15T05:14:57.531" v="1"/>
        <pc:sldMkLst>
          <pc:docMk/>
          <pc:sldMk cId="1153156111" sldId="316"/>
        </pc:sldMkLst>
        <pc:graphicFrameChg chg="mod">
          <ac:chgData name="Carlos Bustos" userId="fa104044d1b19561" providerId="LiveId" clId="{092E6007-67A3-4240-92A8-5BF28102B6E0}" dt="2026-05-15T05:14:57.531" v="1"/>
          <ac:graphicFrameMkLst>
            <pc:docMk/>
            <pc:sldMk cId="1153156111" sldId="316"/>
            <ac:graphicFrameMk id="21" creationId="{0A4BDA7A-9F8C-CE49-8CD9-E239C4D45726}"/>
          </ac:graphicFrameMkLst>
        </pc:graphicFrameChg>
      </pc:sldChg>
      <pc:sldChg chg="modSp">
        <pc:chgData name="Carlos Bustos" userId="fa104044d1b19561" providerId="LiveId" clId="{092E6007-67A3-4240-92A8-5BF28102B6E0}" dt="2026-05-15T05:54:47.158" v="11"/>
        <pc:sldMkLst>
          <pc:docMk/>
          <pc:sldMk cId="2759798289" sldId="322"/>
        </pc:sldMkLst>
        <pc:graphicFrameChg chg="mod">
          <ac:chgData name="Carlos Bustos" userId="fa104044d1b19561" providerId="LiveId" clId="{092E6007-67A3-4240-92A8-5BF28102B6E0}" dt="2026-05-15T05:54:47.158" v="11"/>
          <ac:graphicFrameMkLst>
            <pc:docMk/>
            <pc:sldMk cId="2759798289" sldId="322"/>
            <ac:graphicFrameMk id="7" creationId="{D9B664E5-FB5E-AC8D-8765-09AD24B0D795}"/>
          </ac:graphicFrameMkLst>
        </pc:graphicFrameChg>
      </pc:sldChg>
      <pc:sldChg chg="modSp">
        <pc:chgData name="Carlos Bustos" userId="fa104044d1b19561" providerId="LiveId" clId="{092E6007-67A3-4240-92A8-5BF28102B6E0}" dt="2026-05-15T06:01:40.085" v="13"/>
        <pc:sldMkLst>
          <pc:docMk/>
          <pc:sldMk cId="1012155961" sldId="323"/>
        </pc:sldMkLst>
        <pc:graphicFrameChg chg="mod">
          <ac:chgData name="Carlos Bustos" userId="fa104044d1b19561" providerId="LiveId" clId="{092E6007-67A3-4240-92A8-5BF28102B6E0}" dt="2026-05-15T06:01:40.085" v="13"/>
          <ac:graphicFrameMkLst>
            <pc:docMk/>
            <pc:sldMk cId="1012155961" sldId="323"/>
            <ac:graphicFrameMk id="2" creationId="{A8E81A93-A0B9-B7E3-3E63-83DA823DB701}"/>
          </ac:graphicFrameMkLst>
        </pc:graphicFrameChg>
        <pc:graphicFrameChg chg="mod">
          <ac:chgData name="Carlos Bustos" userId="fa104044d1b19561" providerId="LiveId" clId="{092E6007-67A3-4240-92A8-5BF28102B6E0}" dt="2026-05-15T06:01:23.792" v="12"/>
          <ac:graphicFrameMkLst>
            <pc:docMk/>
            <pc:sldMk cId="1012155961" sldId="323"/>
            <ac:graphicFrameMk id="7" creationId="{76482EC1-727C-A8E6-054B-B2E6E2866441}"/>
          </ac:graphicFrameMkLst>
        </pc:graphicFrameChg>
      </pc:sldChg>
      <pc:sldChg chg="modSp">
        <pc:chgData name="Carlos Bustos" userId="fa104044d1b19561" providerId="LiveId" clId="{092E6007-67A3-4240-92A8-5BF28102B6E0}" dt="2026-05-15T06:07:51.329" v="14"/>
        <pc:sldMkLst>
          <pc:docMk/>
          <pc:sldMk cId="3620392314" sldId="324"/>
        </pc:sldMkLst>
        <pc:graphicFrameChg chg="mod">
          <ac:chgData name="Carlos Bustos" userId="fa104044d1b19561" providerId="LiveId" clId="{092E6007-67A3-4240-92A8-5BF28102B6E0}" dt="2026-05-15T06:07:51.329" v="14"/>
          <ac:graphicFrameMkLst>
            <pc:docMk/>
            <pc:sldMk cId="3620392314" sldId="324"/>
            <ac:graphicFrameMk id="7" creationId="{8C03E559-1B75-F332-E321-C6A124BBC55F}"/>
          </ac:graphicFrameMkLst>
        </pc:graphicFrameChg>
      </pc:sldChg>
      <pc:sldChg chg="modSp mod">
        <pc:chgData name="Carlos Bustos" userId="fa104044d1b19561" providerId="LiveId" clId="{092E6007-67A3-4240-92A8-5BF28102B6E0}" dt="2026-05-15T06:17:25.128" v="17" actId="20577"/>
        <pc:sldMkLst>
          <pc:docMk/>
          <pc:sldMk cId="2924682313" sldId="325"/>
        </pc:sldMkLst>
        <pc:graphicFrameChg chg="mod modGraphic">
          <ac:chgData name="Carlos Bustos" userId="fa104044d1b19561" providerId="LiveId" clId="{092E6007-67A3-4240-92A8-5BF28102B6E0}" dt="2026-05-15T06:17:25.128" v="17" actId="20577"/>
          <ac:graphicFrameMkLst>
            <pc:docMk/>
            <pc:sldMk cId="2924682313" sldId="325"/>
            <ac:graphicFrameMk id="7" creationId="{9CC0C9F4-D947-A33F-9CE8-56C2CF2E4FE1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163006-7675-4D5D-B08E-7AFF22A52EC9}" type="doc">
      <dgm:prSet loTypeId="urn:microsoft.com/office/officeart/2005/8/layout/h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B6A66AF2-53BE-425D-A1C1-637CF7FE994F}">
      <dgm:prSet phldrT="[Texto]"/>
      <dgm:spPr/>
      <dgm:t>
        <a:bodyPr/>
        <a:lstStyle/>
        <a:p>
          <a:r>
            <a:rPr lang="es-ES">
              <a:solidFill>
                <a:prstClr val="black"/>
              </a:solidFill>
            </a:rPr>
            <a:t>Albumina 24 horas</a:t>
          </a:r>
          <a:endParaRPr lang="es-CO" dirty="0"/>
        </a:p>
      </dgm:t>
    </dgm:pt>
    <dgm:pt modelId="{4DDA08BA-8346-4E27-96F0-6A514C4FDFDA}" type="parTrans" cxnId="{7CDA184D-2E97-4081-932C-D8AA428F4A05}">
      <dgm:prSet/>
      <dgm:spPr/>
      <dgm:t>
        <a:bodyPr/>
        <a:lstStyle/>
        <a:p>
          <a:endParaRPr lang="es-CO"/>
        </a:p>
      </dgm:t>
    </dgm:pt>
    <dgm:pt modelId="{D7018BF5-2596-45DB-AA1C-9B9C39EA03F4}" type="sibTrans" cxnId="{7CDA184D-2E97-4081-932C-D8AA428F4A05}">
      <dgm:prSet/>
      <dgm:spPr/>
      <dgm:t>
        <a:bodyPr/>
        <a:lstStyle/>
        <a:p>
          <a:endParaRPr lang="es-CO"/>
        </a:p>
      </dgm:t>
    </dgm:pt>
    <dgm:pt modelId="{630BD059-70FA-4981-88D9-B2A621EE9CD5}">
      <dgm:prSet phldrT="[Texto]"/>
      <dgm:spPr/>
      <dgm:t>
        <a:bodyPr/>
        <a:lstStyle/>
        <a:p>
          <a:r>
            <a:rPr lang="es-ES">
              <a:solidFill>
                <a:prstClr val="black"/>
              </a:solidFill>
            </a:rPr>
            <a:t>Prueba veneno de víbora</a:t>
          </a:r>
          <a:endParaRPr lang="es-CO" dirty="0"/>
        </a:p>
      </dgm:t>
    </dgm:pt>
    <dgm:pt modelId="{D81FB290-7548-41D2-BDD8-39C01CC0C5E8}" type="parTrans" cxnId="{62AB1022-D95B-476C-854A-F30AFEEB4584}">
      <dgm:prSet/>
      <dgm:spPr/>
      <dgm:t>
        <a:bodyPr/>
        <a:lstStyle/>
        <a:p>
          <a:endParaRPr lang="es-CO"/>
        </a:p>
      </dgm:t>
    </dgm:pt>
    <dgm:pt modelId="{E143AA6C-B9D7-4943-B793-654620F3123D}" type="sibTrans" cxnId="{62AB1022-D95B-476C-854A-F30AFEEB4584}">
      <dgm:prSet/>
      <dgm:spPr/>
      <dgm:t>
        <a:bodyPr/>
        <a:lstStyle/>
        <a:p>
          <a:endParaRPr lang="es-CO"/>
        </a:p>
      </dgm:t>
    </dgm:pt>
    <dgm:pt modelId="{FEAC649C-9B8B-4BD8-88CF-D7328AEE2A06}">
      <dgm:prSet phldrT="[Texto]"/>
      <dgm:spPr/>
      <dgm:t>
        <a:bodyPr/>
        <a:lstStyle/>
        <a:p>
          <a:r>
            <a:rPr lang="es-CO" b="1" dirty="0"/>
            <a:t>Ingresar Cups:</a:t>
          </a:r>
          <a:endParaRPr lang="es-CO" dirty="0"/>
        </a:p>
      </dgm:t>
    </dgm:pt>
    <dgm:pt modelId="{4DAC14B5-F0E9-4DDA-B80B-CDF76C648AF7}" type="parTrans" cxnId="{8958EA89-E82E-4E0E-AB5F-8E05070B0805}">
      <dgm:prSet/>
      <dgm:spPr/>
      <dgm:t>
        <a:bodyPr/>
        <a:lstStyle/>
        <a:p>
          <a:endParaRPr lang="es-CO"/>
        </a:p>
      </dgm:t>
    </dgm:pt>
    <dgm:pt modelId="{9768E7D5-3FA4-4CB0-87AB-F5DEBCFC2138}" type="sibTrans" cxnId="{8958EA89-E82E-4E0E-AB5F-8E05070B0805}">
      <dgm:prSet/>
      <dgm:spPr/>
      <dgm:t>
        <a:bodyPr/>
        <a:lstStyle/>
        <a:p>
          <a:endParaRPr lang="es-CO"/>
        </a:p>
      </dgm:t>
    </dgm:pt>
    <dgm:pt modelId="{3E9F04C5-2FAE-40DE-8983-97C3CBFF5870}">
      <dgm:prSet phldrT="[Texto]"/>
      <dgm:spPr/>
      <dgm:t>
        <a:bodyPr/>
        <a:lstStyle/>
        <a:p>
          <a:r>
            <a:rPr lang="es-ES" b="1">
              <a:solidFill>
                <a:prstClr val="black"/>
              </a:solidFill>
            </a:rPr>
            <a:t>902079</a:t>
          </a:r>
          <a:r>
            <a:rPr lang="es-ES">
              <a:solidFill>
                <a:prstClr val="black"/>
              </a:solidFill>
            </a:rPr>
            <a:t> Estudio de anticoagulante Lúpico</a:t>
          </a:r>
          <a:endParaRPr lang="es-CO" dirty="0"/>
        </a:p>
      </dgm:t>
    </dgm:pt>
    <dgm:pt modelId="{287453CA-C6C1-4266-8935-B7D68F5E1FAF}" type="parTrans" cxnId="{E0378E80-DE52-450B-BA36-F7D58ADE82E7}">
      <dgm:prSet/>
      <dgm:spPr/>
      <dgm:t>
        <a:bodyPr/>
        <a:lstStyle/>
        <a:p>
          <a:endParaRPr lang="es-CO"/>
        </a:p>
      </dgm:t>
    </dgm:pt>
    <dgm:pt modelId="{A4CF2B77-739E-4C8A-ABAF-2E26E8989D28}" type="sibTrans" cxnId="{E0378E80-DE52-450B-BA36-F7D58ADE82E7}">
      <dgm:prSet/>
      <dgm:spPr/>
      <dgm:t>
        <a:bodyPr/>
        <a:lstStyle/>
        <a:p>
          <a:endParaRPr lang="es-CO"/>
        </a:p>
      </dgm:t>
    </dgm:pt>
    <dgm:pt modelId="{23ACC3A7-A005-4EB6-8BEC-1B0ECBC22D1E}">
      <dgm:prSet phldrT="[Texto]"/>
      <dgm:spPr/>
      <dgm:t>
        <a:bodyPr/>
        <a:lstStyle/>
        <a:p>
          <a:r>
            <a:rPr lang="es-ES">
              <a:solidFill>
                <a:prstClr val="black"/>
              </a:solidFill>
            </a:rPr>
            <a:t>Hemograma III</a:t>
          </a:r>
          <a:endParaRPr lang="es-CO" dirty="0"/>
        </a:p>
      </dgm:t>
    </dgm:pt>
    <dgm:pt modelId="{F55F0040-BF52-438E-9273-58DC0AF0AE77}" type="parTrans" cxnId="{4153D5F9-D684-48AA-AD2F-121866A1E43F}">
      <dgm:prSet/>
      <dgm:spPr/>
      <dgm:t>
        <a:bodyPr/>
        <a:lstStyle/>
        <a:p>
          <a:endParaRPr lang="es-CO"/>
        </a:p>
      </dgm:t>
    </dgm:pt>
    <dgm:pt modelId="{A01B7F3F-CDE6-49F2-B218-11EB94D363A4}" type="sibTrans" cxnId="{4153D5F9-D684-48AA-AD2F-121866A1E43F}">
      <dgm:prSet/>
      <dgm:spPr/>
      <dgm:t>
        <a:bodyPr/>
        <a:lstStyle/>
        <a:p>
          <a:endParaRPr lang="es-CO"/>
        </a:p>
      </dgm:t>
    </dgm:pt>
    <dgm:pt modelId="{FABD7476-82E1-4E11-ADC5-1D7D59D9277D}">
      <dgm:prSet phldrT="[Texto]"/>
      <dgm:spPr/>
      <dgm:t>
        <a:bodyPr/>
        <a:lstStyle/>
        <a:p>
          <a:r>
            <a:rPr lang="es-CO" b="1" dirty="0"/>
            <a:t>Ingresar Cups:</a:t>
          </a:r>
          <a:endParaRPr lang="es-CO" dirty="0"/>
        </a:p>
      </dgm:t>
    </dgm:pt>
    <dgm:pt modelId="{C0D530BF-44BE-4F57-B44E-869573FEB1B2}" type="parTrans" cxnId="{570AE156-81CA-4D86-ACD6-B9376CC3DD7C}">
      <dgm:prSet/>
      <dgm:spPr/>
      <dgm:t>
        <a:bodyPr/>
        <a:lstStyle/>
        <a:p>
          <a:endParaRPr lang="es-CO"/>
        </a:p>
      </dgm:t>
    </dgm:pt>
    <dgm:pt modelId="{67DFED2E-32E9-4BEF-9330-201A6ECE8667}" type="sibTrans" cxnId="{570AE156-81CA-4D86-ACD6-B9376CC3DD7C}">
      <dgm:prSet/>
      <dgm:spPr/>
      <dgm:t>
        <a:bodyPr/>
        <a:lstStyle/>
        <a:p>
          <a:endParaRPr lang="es-CO"/>
        </a:p>
      </dgm:t>
    </dgm:pt>
    <dgm:pt modelId="{C0712682-0D0A-45C1-AD85-E5363B3E5E6A}">
      <dgm:prSet phldrT="[Texto]" custT="1"/>
      <dgm:spPr/>
      <dgm:t>
        <a:bodyPr/>
        <a:lstStyle/>
        <a:p>
          <a:r>
            <a:rPr lang="es-CO" sz="1800" b="1" dirty="0"/>
            <a:t>Ingresar Cups:</a:t>
          </a:r>
        </a:p>
      </dgm:t>
    </dgm:pt>
    <dgm:pt modelId="{3061B08A-C653-4605-A9B0-960019251AB6}" type="parTrans" cxnId="{FFC9E4B2-D768-448A-9CAE-EE7BAD3E3665}">
      <dgm:prSet/>
      <dgm:spPr/>
      <dgm:t>
        <a:bodyPr/>
        <a:lstStyle/>
        <a:p>
          <a:endParaRPr lang="es-CO"/>
        </a:p>
      </dgm:t>
    </dgm:pt>
    <dgm:pt modelId="{1438A8C7-6100-41CD-870A-D6AADAE89278}" type="sibTrans" cxnId="{FFC9E4B2-D768-448A-9CAE-EE7BAD3E3665}">
      <dgm:prSet/>
      <dgm:spPr/>
      <dgm:t>
        <a:bodyPr/>
        <a:lstStyle/>
        <a:p>
          <a:endParaRPr lang="es-CO"/>
        </a:p>
      </dgm:t>
    </dgm:pt>
    <dgm:pt modelId="{6A7B093E-DD84-44D9-9F43-350E00D022BC}">
      <dgm:prSet phldrT="[Texto]"/>
      <dgm:spPr/>
      <dgm:t>
        <a:bodyPr/>
        <a:lstStyle/>
        <a:p>
          <a:endParaRPr lang="es-CO" dirty="0"/>
        </a:p>
      </dgm:t>
    </dgm:pt>
    <dgm:pt modelId="{4F7543E5-16C4-4243-95E2-25ADE1A90147}" type="parTrans" cxnId="{B0E8EFD4-7C86-49B5-B9A6-6C3550F00D62}">
      <dgm:prSet/>
      <dgm:spPr/>
      <dgm:t>
        <a:bodyPr/>
        <a:lstStyle/>
        <a:p>
          <a:endParaRPr lang="es-CO"/>
        </a:p>
      </dgm:t>
    </dgm:pt>
    <dgm:pt modelId="{B40FBA99-F36C-4BC3-A407-2539B63317E5}" type="sibTrans" cxnId="{B0E8EFD4-7C86-49B5-B9A6-6C3550F00D62}">
      <dgm:prSet/>
      <dgm:spPr/>
      <dgm:t>
        <a:bodyPr/>
        <a:lstStyle/>
        <a:p>
          <a:endParaRPr lang="es-CO"/>
        </a:p>
      </dgm:t>
    </dgm:pt>
    <dgm:pt modelId="{08E2E2E7-F9BD-4DB9-9B85-11D05EBCC396}">
      <dgm:prSet custT="1"/>
      <dgm:spPr/>
      <dgm:t>
        <a:bodyPr/>
        <a:lstStyle/>
        <a:p>
          <a:r>
            <a:rPr lang="es-ES" sz="1600" b="1">
              <a:solidFill>
                <a:prstClr val="black"/>
              </a:solidFill>
            </a:rPr>
            <a:t>902210 </a:t>
          </a:r>
          <a:r>
            <a:rPr lang="es-ES" sz="1600">
              <a:solidFill>
                <a:prstClr val="black"/>
              </a:solidFill>
            </a:rPr>
            <a:t>Hemograma IV</a:t>
          </a:r>
          <a:endParaRPr lang="es-ES" sz="1600" dirty="0">
            <a:solidFill>
              <a:prstClr val="black"/>
            </a:solidFill>
          </a:endParaRPr>
        </a:p>
      </dgm:t>
    </dgm:pt>
    <dgm:pt modelId="{60CB8404-78FD-4D3E-83AE-110582F1E741}" type="parTrans" cxnId="{10A912DD-05F1-4726-8501-B75B08BBE658}">
      <dgm:prSet/>
      <dgm:spPr/>
      <dgm:t>
        <a:bodyPr/>
        <a:lstStyle/>
        <a:p>
          <a:endParaRPr lang="es-CO"/>
        </a:p>
      </dgm:t>
    </dgm:pt>
    <dgm:pt modelId="{4B8097C7-613E-41EF-9DEB-F7632EFC905D}" type="sibTrans" cxnId="{10A912DD-05F1-4726-8501-B75B08BBE658}">
      <dgm:prSet/>
      <dgm:spPr/>
      <dgm:t>
        <a:bodyPr/>
        <a:lstStyle/>
        <a:p>
          <a:endParaRPr lang="es-CO"/>
        </a:p>
      </dgm:t>
    </dgm:pt>
    <dgm:pt modelId="{0C12E5F1-8B3B-4C80-99F4-8477A1980C9A}">
      <dgm:prSet phldrT="[Texto]" custT="1"/>
      <dgm:spPr/>
      <dgm:t>
        <a:bodyPr/>
        <a:lstStyle/>
        <a:p>
          <a:endParaRPr lang="es-CO" sz="1800" b="1" dirty="0"/>
        </a:p>
      </dgm:t>
    </dgm:pt>
    <dgm:pt modelId="{810F881B-7DED-4B16-872E-618090EF9176}" type="parTrans" cxnId="{CCE5A7FA-A8CC-41FB-B1CA-64AD83FCE396}">
      <dgm:prSet/>
      <dgm:spPr/>
      <dgm:t>
        <a:bodyPr/>
        <a:lstStyle/>
        <a:p>
          <a:endParaRPr lang="es-CO"/>
        </a:p>
      </dgm:t>
    </dgm:pt>
    <dgm:pt modelId="{5054EDF6-DCFA-4FCD-8F72-CC66974130BA}" type="sibTrans" cxnId="{CCE5A7FA-A8CC-41FB-B1CA-64AD83FCE396}">
      <dgm:prSet/>
      <dgm:spPr/>
      <dgm:t>
        <a:bodyPr/>
        <a:lstStyle/>
        <a:p>
          <a:endParaRPr lang="es-CO"/>
        </a:p>
      </dgm:t>
    </dgm:pt>
    <dgm:pt modelId="{1B101551-977F-431C-871C-BFF7F0CA49BE}">
      <dgm:prSet phldrT="[Texto]"/>
      <dgm:spPr/>
      <dgm:t>
        <a:bodyPr/>
        <a:lstStyle/>
        <a:p>
          <a:r>
            <a:rPr lang="es-ES" b="1">
              <a:solidFill>
                <a:prstClr val="black"/>
              </a:solidFill>
            </a:rPr>
            <a:t>903027</a:t>
          </a:r>
          <a:r>
            <a:rPr lang="es-ES">
              <a:solidFill>
                <a:prstClr val="black"/>
              </a:solidFill>
            </a:rPr>
            <a:t> Microalbuminuria automatizada orina 24 horas</a:t>
          </a:r>
          <a:endParaRPr lang="es-CO" dirty="0"/>
        </a:p>
      </dgm:t>
    </dgm:pt>
    <dgm:pt modelId="{C8E4308F-C98C-4FA8-A898-49D4EAFE02CA}" type="parTrans" cxnId="{BCAC8B5A-5FCB-4C9A-8890-003A79E7EE4D}">
      <dgm:prSet/>
      <dgm:spPr/>
      <dgm:t>
        <a:bodyPr/>
        <a:lstStyle/>
        <a:p>
          <a:endParaRPr lang="es-CO"/>
        </a:p>
      </dgm:t>
    </dgm:pt>
    <dgm:pt modelId="{B700BDB3-9CC9-469E-B583-1015F6177B40}" type="sibTrans" cxnId="{BCAC8B5A-5FCB-4C9A-8890-003A79E7EE4D}">
      <dgm:prSet/>
      <dgm:spPr/>
      <dgm:t>
        <a:bodyPr/>
        <a:lstStyle/>
        <a:p>
          <a:endParaRPr lang="es-CO"/>
        </a:p>
      </dgm:t>
    </dgm:pt>
    <dgm:pt modelId="{DA1E16DA-DB66-415B-B22B-345233807BBC}">
      <dgm:prSet phldrT="[Texto]"/>
      <dgm:spPr/>
      <dgm:t>
        <a:bodyPr/>
        <a:lstStyle/>
        <a:p>
          <a:endParaRPr lang="es-CO" dirty="0"/>
        </a:p>
      </dgm:t>
    </dgm:pt>
    <dgm:pt modelId="{CAC03CF1-8064-4405-8926-91471B7366D3}" type="parTrans" cxnId="{45EDF0BA-0A89-468F-9565-5875B41B7DAB}">
      <dgm:prSet/>
      <dgm:spPr/>
      <dgm:t>
        <a:bodyPr/>
        <a:lstStyle/>
        <a:p>
          <a:endParaRPr lang="es-CO"/>
        </a:p>
      </dgm:t>
    </dgm:pt>
    <dgm:pt modelId="{9690B340-019C-4C62-9228-DCC116C55183}" type="sibTrans" cxnId="{45EDF0BA-0A89-468F-9565-5875B41B7DAB}">
      <dgm:prSet/>
      <dgm:spPr/>
      <dgm:t>
        <a:bodyPr/>
        <a:lstStyle/>
        <a:p>
          <a:endParaRPr lang="es-CO"/>
        </a:p>
      </dgm:t>
    </dgm:pt>
    <dgm:pt modelId="{0D5BB9AF-E076-4665-8553-B3E4BBA0252B}" type="pres">
      <dgm:prSet presAssocID="{C5163006-7675-4D5D-B08E-7AFF22A52EC9}" presName="Name0" presStyleCnt="0">
        <dgm:presLayoutVars>
          <dgm:dir/>
          <dgm:animLvl val="lvl"/>
          <dgm:resizeHandles val="exact"/>
        </dgm:presLayoutVars>
      </dgm:prSet>
      <dgm:spPr/>
    </dgm:pt>
    <dgm:pt modelId="{53F2FD10-3357-4FB7-AFB2-7885FE789FE8}" type="pres">
      <dgm:prSet presAssocID="{C5163006-7675-4D5D-B08E-7AFF22A52EC9}" presName="tSp" presStyleCnt="0"/>
      <dgm:spPr/>
    </dgm:pt>
    <dgm:pt modelId="{2D78DEC3-0E33-4276-A8BF-A7BD08DB8E5A}" type="pres">
      <dgm:prSet presAssocID="{C5163006-7675-4D5D-B08E-7AFF22A52EC9}" presName="bSp" presStyleCnt="0"/>
      <dgm:spPr/>
    </dgm:pt>
    <dgm:pt modelId="{AB06E774-CA82-47D1-8498-D05A6A271AAC}" type="pres">
      <dgm:prSet presAssocID="{C5163006-7675-4D5D-B08E-7AFF22A52EC9}" presName="process" presStyleCnt="0"/>
      <dgm:spPr/>
    </dgm:pt>
    <dgm:pt modelId="{EB3C4A2A-9B65-4017-8D7F-FE16DCC03D47}" type="pres">
      <dgm:prSet presAssocID="{23ACC3A7-A005-4EB6-8BEC-1B0ECBC22D1E}" presName="composite1" presStyleCnt="0"/>
      <dgm:spPr/>
    </dgm:pt>
    <dgm:pt modelId="{750385D3-6415-4B6C-957C-AB34F678B4BF}" type="pres">
      <dgm:prSet presAssocID="{23ACC3A7-A005-4EB6-8BEC-1B0ECBC22D1E}" presName="dummyNode1" presStyleLbl="node1" presStyleIdx="0" presStyleCnt="3"/>
      <dgm:spPr/>
    </dgm:pt>
    <dgm:pt modelId="{E92F1868-119F-42D7-AB70-22F920E5C013}" type="pres">
      <dgm:prSet presAssocID="{23ACC3A7-A005-4EB6-8BEC-1B0ECBC22D1E}" presName="childNode1" presStyleLbl="bgAcc1" presStyleIdx="0" presStyleCnt="3">
        <dgm:presLayoutVars>
          <dgm:bulletEnabled val="1"/>
        </dgm:presLayoutVars>
      </dgm:prSet>
      <dgm:spPr/>
    </dgm:pt>
    <dgm:pt modelId="{14EBB9F5-69B8-44D9-90BE-139A2C760555}" type="pres">
      <dgm:prSet presAssocID="{23ACC3A7-A005-4EB6-8BEC-1B0ECBC22D1E}" presName="childNode1tx" presStyleLbl="bgAcc1" presStyleIdx="0" presStyleCnt="3">
        <dgm:presLayoutVars>
          <dgm:bulletEnabled val="1"/>
        </dgm:presLayoutVars>
      </dgm:prSet>
      <dgm:spPr/>
    </dgm:pt>
    <dgm:pt modelId="{1E185C43-1E97-4E04-BC42-C812F284AB3C}" type="pres">
      <dgm:prSet presAssocID="{23ACC3A7-A005-4EB6-8BEC-1B0ECBC22D1E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ED8E2ADA-7B3E-4F54-9DA5-C0237AD6DBFF}" type="pres">
      <dgm:prSet presAssocID="{23ACC3A7-A005-4EB6-8BEC-1B0ECBC22D1E}" presName="connSite1" presStyleCnt="0"/>
      <dgm:spPr/>
    </dgm:pt>
    <dgm:pt modelId="{B5F95336-DD9F-4EFF-A162-E1827E989D43}" type="pres">
      <dgm:prSet presAssocID="{A01B7F3F-CDE6-49F2-B218-11EB94D363A4}" presName="Name9" presStyleLbl="sibTrans2D1" presStyleIdx="0" presStyleCnt="2"/>
      <dgm:spPr/>
    </dgm:pt>
    <dgm:pt modelId="{92B6E1F6-6AF1-401A-BD7B-DCC527A58F30}" type="pres">
      <dgm:prSet presAssocID="{B6A66AF2-53BE-425D-A1C1-637CF7FE994F}" presName="composite2" presStyleCnt="0"/>
      <dgm:spPr/>
    </dgm:pt>
    <dgm:pt modelId="{2F5B0815-B0B5-4893-9AFE-A8F28107E7BA}" type="pres">
      <dgm:prSet presAssocID="{B6A66AF2-53BE-425D-A1C1-637CF7FE994F}" presName="dummyNode2" presStyleLbl="node1" presStyleIdx="0" presStyleCnt="3"/>
      <dgm:spPr/>
    </dgm:pt>
    <dgm:pt modelId="{3D4838F0-1B0C-4B15-BC72-F816F803F2BB}" type="pres">
      <dgm:prSet presAssocID="{B6A66AF2-53BE-425D-A1C1-637CF7FE994F}" presName="childNode2" presStyleLbl="bgAcc1" presStyleIdx="1" presStyleCnt="3">
        <dgm:presLayoutVars>
          <dgm:bulletEnabled val="1"/>
        </dgm:presLayoutVars>
      </dgm:prSet>
      <dgm:spPr/>
    </dgm:pt>
    <dgm:pt modelId="{E1E7D104-E59B-4327-8F5B-EFCF5D7EAC52}" type="pres">
      <dgm:prSet presAssocID="{B6A66AF2-53BE-425D-A1C1-637CF7FE994F}" presName="childNode2tx" presStyleLbl="bgAcc1" presStyleIdx="1" presStyleCnt="3">
        <dgm:presLayoutVars>
          <dgm:bulletEnabled val="1"/>
        </dgm:presLayoutVars>
      </dgm:prSet>
      <dgm:spPr/>
    </dgm:pt>
    <dgm:pt modelId="{B7F5D80C-D788-4AE4-B3B4-61DA6E9143DA}" type="pres">
      <dgm:prSet presAssocID="{B6A66AF2-53BE-425D-A1C1-637CF7FE994F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01BDA6CD-5C1C-438A-850D-8E658915155B}" type="pres">
      <dgm:prSet presAssocID="{B6A66AF2-53BE-425D-A1C1-637CF7FE994F}" presName="connSite2" presStyleCnt="0"/>
      <dgm:spPr/>
    </dgm:pt>
    <dgm:pt modelId="{5BE21BDC-2588-4002-A5F9-22C865CBE836}" type="pres">
      <dgm:prSet presAssocID="{D7018BF5-2596-45DB-AA1C-9B9C39EA03F4}" presName="Name18" presStyleLbl="sibTrans2D1" presStyleIdx="1" presStyleCnt="2"/>
      <dgm:spPr/>
    </dgm:pt>
    <dgm:pt modelId="{100CAF9A-6270-425F-843E-9B2BBD88F6AC}" type="pres">
      <dgm:prSet presAssocID="{630BD059-70FA-4981-88D9-B2A621EE9CD5}" presName="composite1" presStyleCnt="0"/>
      <dgm:spPr/>
    </dgm:pt>
    <dgm:pt modelId="{3EA4539C-6815-42A4-8747-3128B72D4A12}" type="pres">
      <dgm:prSet presAssocID="{630BD059-70FA-4981-88D9-B2A621EE9CD5}" presName="dummyNode1" presStyleLbl="node1" presStyleIdx="1" presStyleCnt="3"/>
      <dgm:spPr/>
    </dgm:pt>
    <dgm:pt modelId="{C0FEA2EB-38FC-4224-B79D-F2F5F3D1F4C5}" type="pres">
      <dgm:prSet presAssocID="{630BD059-70FA-4981-88D9-B2A621EE9CD5}" presName="childNode1" presStyleLbl="bgAcc1" presStyleIdx="2" presStyleCnt="3">
        <dgm:presLayoutVars>
          <dgm:bulletEnabled val="1"/>
        </dgm:presLayoutVars>
      </dgm:prSet>
      <dgm:spPr/>
    </dgm:pt>
    <dgm:pt modelId="{24AE8AB9-1E7C-4170-8272-1EA9E353616C}" type="pres">
      <dgm:prSet presAssocID="{630BD059-70FA-4981-88D9-B2A621EE9CD5}" presName="childNode1tx" presStyleLbl="bgAcc1" presStyleIdx="2" presStyleCnt="3">
        <dgm:presLayoutVars>
          <dgm:bulletEnabled val="1"/>
        </dgm:presLayoutVars>
      </dgm:prSet>
      <dgm:spPr/>
    </dgm:pt>
    <dgm:pt modelId="{993550BD-3F60-4F77-B8D5-32AB55B9065F}" type="pres">
      <dgm:prSet presAssocID="{630BD059-70FA-4981-88D9-B2A621EE9CD5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F6C23696-7B50-4E70-A250-A0FA80C565D7}" type="pres">
      <dgm:prSet presAssocID="{630BD059-70FA-4981-88D9-B2A621EE9CD5}" presName="connSite1" presStyleCnt="0"/>
      <dgm:spPr/>
    </dgm:pt>
  </dgm:ptLst>
  <dgm:cxnLst>
    <dgm:cxn modelId="{951D8F01-F23D-40F0-B008-9F64F2B3F442}" type="presOf" srcId="{C0712682-0D0A-45C1-AD85-E5363B3E5E6A}" destId="{E92F1868-119F-42D7-AB70-22F920E5C013}" srcOrd="0" destOrd="0" presId="urn:microsoft.com/office/officeart/2005/8/layout/hProcess4"/>
    <dgm:cxn modelId="{38A7190C-4F76-4265-B448-39FBA7D3954D}" type="presOf" srcId="{C0712682-0D0A-45C1-AD85-E5363B3E5E6A}" destId="{14EBB9F5-69B8-44D9-90BE-139A2C760555}" srcOrd="1" destOrd="0" presId="urn:microsoft.com/office/officeart/2005/8/layout/hProcess4"/>
    <dgm:cxn modelId="{47273911-C934-468B-A6BF-78E2328FCB06}" type="presOf" srcId="{0C12E5F1-8B3B-4C80-99F4-8477A1980C9A}" destId="{E92F1868-119F-42D7-AB70-22F920E5C013}" srcOrd="0" destOrd="1" presId="urn:microsoft.com/office/officeart/2005/8/layout/hProcess4"/>
    <dgm:cxn modelId="{340BE21D-06E5-4891-94EE-CD8791C718F4}" type="presOf" srcId="{B6A66AF2-53BE-425D-A1C1-637CF7FE994F}" destId="{B7F5D80C-D788-4AE4-B3B4-61DA6E9143DA}" srcOrd="0" destOrd="0" presId="urn:microsoft.com/office/officeart/2005/8/layout/hProcess4"/>
    <dgm:cxn modelId="{D47E941E-D07E-4CF3-AA9E-D7BD155E11E2}" type="presOf" srcId="{0C12E5F1-8B3B-4C80-99F4-8477A1980C9A}" destId="{14EBB9F5-69B8-44D9-90BE-139A2C760555}" srcOrd="1" destOrd="1" presId="urn:microsoft.com/office/officeart/2005/8/layout/hProcess4"/>
    <dgm:cxn modelId="{62AB1022-D95B-476C-854A-F30AFEEB4584}" srcId="{C5163006-7675-4D5D-B08E-7AFF22A52EC9}" destId="{630BD059-70FA-4981-88D9-B2A621EE9CD5}" srcOrd="2" destOrd="0" parTransId="{D81FB290-7548-41D2-BDD8-39C01CC0C5E8}" sibTransId="{E143AA6C-B9D7-4943-B793-654620F3123D}"/>
    <dgm:cxn modelId="{27188625-2F99-4E83-84A4-1D7DCCADEA19}" type="presOf" srcId="{6A7B093E-DD84-44D9-9F43-350E00D022BC}" destId="{24AE8AB9-1E7C-4170-8272-1EA9E353616C}" srcOrd="1" destOrd="1" presId="urn:microsoft.com/office/officeart/2005/8/layout/hProcess4"/>
    <dgm:cxn modelId="{1E108C2D-96EF-49AB-B913-74BED669C70A}" type="presOf" srcId="{FABD7476-82E1-4E11-ADC5-1D7D59D9277D}" destId="{E1E7D104-E59B-4327-8F5B-EFCF5D7EAC52}" srcOrd="1" destOrd="0" presId="urn:microsoft.com/office/officeart/2005/8/layout/hProcess4"/>
    <dgm:cxn modelId="{C407963C-3935-4C28-BBF2-C0463F129085}" type="presOf" srcId="{D7018BF5-2596-45DB-AA1C-9B9C39EA03F4}" destId="{5BE21BDC-2588-4002-A5F9-22C865CBE836}" srcOrd="0" destOrd="0" presId="urn:microsoft.com/office/officeart/2005/8/layout/hProcess4"/>
    <dgm:cxn modelId="{6C1E665D-759A-4670-9165-91F3C251AF91}" type="presOf" srcId="{DA1E16DA-DB66-415B-B22B-345233807BBC}" destId="{E1E7D104-E59B-4327-8F5B-EFCF5D7EAC52}" srcOrd="1" destOrd="1" presId="urn:microsoft.com/office/officeart/2005/8/layout/hProcess4"/>
    <dgm:cxn modelId="{3E2C075E-725A-4F84-98D8-755E91333FDA}" type="presOf" srcId="{1B101551-977F-431C-871C-BFF7F0CA49BE}" destId="{3D4838F0-1B0C-4B15-BC72-F816F803F2BB}" srcOrd="0" destOrd="2" presId="urn:microsoft.com/office/officeart/2005/8/layout/hProcess4"/>
    <dgm:cxn modelId="{7CDA184D-2E97-4081-932C-D8AA428F4A05}" srcId="{C5163006-7675-4D5D-B08E-7AFF22A52EC9}" destId="{B6A66AF2-53BE-425D-A1C1-637CF7FE994F}" srcOrd="1" destOrd="0" parTransId="{4DDA08BA-8346-4E27-96F0-6A514C4FDFDA}" sibTransId="{D7018BF5-2596-45DB-AA1C-9B9C39EA03F4}"/>
    <dgm:cxn modelId="{1CE0CB4E-E533-400C-9DF0-E390F3952B6F}" type="presOf" srcId="{FABD7476-82E1-4E11-ADC5-1D7D59D9277D}" destId="{3D4838F0-1B0C-4B15-BC72-F816F803F2BB}" srcOrd="0" destOrd="0" presId="urn:microsoft.com/office/officeart/2005/8/layout/hProcess4"/>
    <dgm:cxn modelId="{B5359573-51DB-4CEE-AAB7-3F673B135BB1}" type="presOf" srcId="{3E9F04C5-2FAE-40DE-8983-97C3CBFF5870}" destId="{24AE8AB9-1E7C-4170-8272-1EA9E353616C}" srcOrd="1" destOrd="2" presId="urn:microsoft.com/office/officeart/2005/8/layout/hProcess4"/>
    <dgm:cxn modelId="{570AE156-81CA-4D86-ACD6-B9376CC3DD7C}" srcId="{B6A66AF2-53BE-425D-A1C1-637CF7FE994F}" destId="{FABD7476-82E1-4E11-ADC5-1D7D59D9277D}" srcOrd="0" destOrd="0" parTransId="{C0D530BF-44BE-4F57-B44E-869573FEB1B2}" sibTransId="{67DFED2E-32E9-4BEF-9330-201A6ECE8667}"/>
    <dgm:cxn modelId="{BCAC8B5A-5FCB-4C9A-8890-003A79E7EE4D}" srcId="{B6A66AF2-53BE-425D-A1C1-637CF7FE994F}" destId="{1B101551-977F-431C-871C-BFF7F0CA49BE}" srcOrd="2" destOrd="0" parTransId="{C8E4308F-C98C-4FA8-A898-49D4EAFE02CA}" sibTransId="{B700BDB3-9CC9-469E-B583-1015F6177B40}"/>
    <dgm:cxn modelId="{2C4F6F7B-BEFD-42D2-90E9-626FA3CC4729}" type="presOf" srcId="{3E9F04C5-2FAE-40DE-8983-97C3CBFF5870}" destId="{C0FEA2EB-38FC-4224-B79D-F2F5F3D1F4C5}" srcOrd="0" destOrd="2" presId="urn:microsoft.com/office/officeart/2005/8/layout/hProcess4"/>
    <dgm:cxn modelId="{E0378E80-DE52-450B-BA36-F7D58ADE82E7}" srcId="{630BD059-70FA-4981-88D9-B2A621EE9CD5}" destId="{3E9F04C5-2FAE-40DE-8983-97C3CBFF5870}" srcOrd="2" destOrd="0" parTransId="{287453CA-C6C1-4266-8935-B7D68F5E1FAF}" sibTransId="{A4CF2B77-739E-4C8A-ABAF-2E26E8989D28}"/>
    <dgm:cxn modelId="{370C8286-59DE-46CB-885E-3B498A3D04A9}" type="presOf" srcId="{630BD059-70FA-4981-88D9-B2A621EE9CD5}" destId="{993550BD-3F60-4F77-B8D5-32AB55B9065F}" srcOrd="0" destOrd="0" presId="urn:microsoft.com/office/officeart/2005/8/layout/hProcess4"/>
    <dgm:cxn modelId="{8958EA89-E82E-4E0E-AB5F-8E05070B0805}" srcId="{630BD059-70FA-4981-88D9-B2A621EE9CD5}" destId="{FEAC649C-9B8B-4BD8-88CF-D7328AEE2A06}" srcOrd="0" destOrd="0" parTransId="{4DAC14B5-F0E9-4DDA-B80B-CDF76C648AF7}" sibTransId="{9768E7D5-3FA4-4CB0-87AB-F5DEBCFC2138}"/>
    <dgm:cxn modelId="{326B0392-77D9-49BB-ABC3-0266B9288410}" type="presOf" srcId="{1B101551-977F-431C-871C-BFF7F0CA49BE}" destId="{E1E7D104-E59B-4327-8F5B-EFCF5D7EAC52}" srcOrd="1" destOrd="2" presId="urn:microsoft.com/office/officeart/2005/8/layout/hProcess4"/>
    <dgm:cxn modelId="{A49C9D9C-15DF-48F4-909B-7A1A11139F99}" type="presOf" srcId="{FEAC649C-9B8B-4BD8-88CF-D7328AEE2A06}" destId="{C0FEA2EB-38FC-4224-B79D-F2F5F3D1F4C5}" srcOrd="0" destOrd="0" presId="urn:microsoft.com/office/officeart/2005/8/layout/hProcess4"/>
    <dgm:cxn modelId="{90677FA8-4D7C-4566-8238-1B21734BCF8A}" type="presOf" srcId="{FEAC649C-9B8B-4BD8-88CF-D7328AEE2A06}" destId="{24AE8AB9-1E7C-4170-8272-1EA9E353616C}" srcOrd="1" destOrd="0" presId="urn:microsoft.com/office/officeart/2005/8/layout/hProcess4"/>
    <dgm:cxn modelId="{9596C6AE-3245-4E77-B8E6-BEA400A83EE5}" type="presOf" srcId="{A01B7F3F-CDE6-49F2-B218-11EB94D363A4}" destId="{B5F95336-DD9F-4EFF-A162-E1827E989D43}" srcOrd="0" destOrd="0" presId="urn:microsoft.com/office/officeart/2005/8/layout/hProcess4"/>
    <dgm:cxn modelId="{4AF3E0AF-F530-4E42-8761-E667A4173586}" type="presOf" srcId="{C5163006-7675-4D5D-B08E-7AFF22A52EC9}" destId="{0D5BB9AF-E076-4665-8553-B3E4BBA0252B}" srcOrd="0" destOrd="0" presId="urn:microsoft.com/office/officeart/2005/8/layout/hProcess4"/>
    <dgm:cxn modelId="{FFC9E4B2-D768-448A-9CAE-EE7BAD3E3665}" srcId="{23ACC3A7-A005-4EB6-8BEC-1B0ECBC22D1E}" destId="{C0712682-0D0A-45C1-AD85-E5363B3E5E6A}" srcOrd="0" destOrd="0" parTransId="{3061B08A-C653-4605-A9B0-960019251AB6}" sibTransId="{1438A8C7-6100-41CD-870A-D6AADAE89278}"/>
    <dgm:cxn modelId="{45EDF0BA-0A89-468F-9565-5875B41B7DAB}" srcId="{B6A66AF2-53BE-425D-A1C1-637CF7FE994F}" destId="{DA1E16DA-DB66-415B-B22B-345233807BBC}" srcOrd="1" destOrd="0" parTransId="{CAC03CF1-8064-4405-8926-91471B7366D3}" sibTransId="{9690B340-019C-4C62-9228-DCC116C55183}"/>
    <dgm:cxn modelId="{A405C3C5-E79D-4DE8-9995-B53BCE98FB7B}" type="presOf" srcId="{08E2E2E7-F9BD-4DB9-9B85-11D05EBCC396}" destId="{14EBB9F5-69B8-44D9-90BE-139A2C760555}" srcOrd="1" destOrd="2" presId="urn:microsoft.com/office/officeart/2005/8/layout/hProcess4"/>
    <dgm:cxn modelId="{B0E8EFD4-7C86-49B5-B9A6-6C3550F00D62}" srcId="{630BD059-70FA-4981-88D9-B2A621EE9CD5}" destId="{6A7B093E-DD84-44D9-9F43-350E00D022BC}" srcOrd="1" destOrd="0" parTransId="{4F7543E5-16C4-4243-95E2-25ADE1A90147}" sibTransId="{B40FBA99-F36C-4BC3-A407-2539B63317E5}"/>
    <dgm:cxn modelId="{10A912DD-05F1-4726-8501-B75B08BBE658}" srcId="{23ACC3A7-A005-4EB6-8BEC-1B0ECBC22D1E}" destId="{08E2E2E7-F9BD-4DB9-9B85-11D05EBCC396}" srcOrd="2" destOrd="0" parTransId="{60CB8404-78FD-4D3E-83AE-110582F1E741}" sibTransId="{4B8097C7-613E-41EF-9DEB-F7632EFC905D}"/>
    <dgm:cxn modelId="{2C67C7E7-D722-4632-814F-98B750D6A2A1}" type="presOf" srcId="{6A7B093E-DD84-44D9-9F43-350E00D022BC}" destId="{C0FEA2EB-38FC-4224-B79D-F2F5F3D1F4C5}" srcOrd="0" destOrd="1" presId="urn:microsoft.com/office/officeart/2005/8/layout/hProcess4"/>
    <dgm:cxn modelId="{16BD91F5-B557-4559-A4A5-1BD9328B9FDD}" type="presOf" srcId="{23ACC3A7-A005-4EB6-8BEC-1B0ECBC22D1E}" destId="{1E185C43-1E97-4E04-BC42-C812F284AB3C}" srcOrd="0" destOrd="0" presId="urn:microsoft.com/office/officeart/2005/8/layout/hProcess4"/>
    <dgm:cxn modelId="{4A5161F9-09A7-4AE5-9B89-37B4AD20B790}" type="presOf" srcId="{08E2E2E7-F9BD-4DB9-9B85-11D05EBCC396}" destId="{E92F1868-119F-42D7-AB70-22F920E5C013}" srcOrd="0" destOrd="2" presId="urn:microsoft.com/office/officeart/2005/8/layout/hProcess4"/>
    <dgm:cxn modelId="{4153D5F9-D684-48AA-AD2F-121866A1E43F}" srcId="{C5163006-7675-4D5D-B08E-7AFF22A52EC9}" destId="{23ACC3A7-A005-4EB6-8BEC-1B0ECBC22D1E}" srcOrd="0" destOrd="0" parTransId="{F55F0040-BF52-438E-9273-58DC0AF0AE77}" sibTransId="{A01B7F3F-CDE6-49F2-B218-11EB94D363A4}"/>
    <dgm:cxn modelId="{CCE5A7FA-A8CC-41FB-B1CA-64AD83FCE396}" srcId="{23ACC3A7-A005-4EB6-8BEC-1B0ECBC22D1E}" destId="{0C12E5F1-8B3B-4C80-99F4-8477A1980C9A}" srcOrd="1" destOrd="0" parTransId="{810F881B-7DED-4B16-872E-618090EF9176}" sibTransId="{5054EDF6-DCFA-4FCD-8F72-CC66974130BA}"/>
    <dgm:cxn modelId="{F5E1D6FE-239D-4D8D-B8AC-D8BD10B3EAB6}" type="presOf" srcId="{DA1E16DA-DB66-415B-B22B-345233807BBC}" destId="{3D4838F0-1B0C-4B15-BC72-F816F803F2BB}" srcOrd="0" destOrd="1" presId="urn:microsoft.com/office/officeart/2005/8/layout/hProcess4"/>
    <dgm:cxn modelId="{69F82F05-D360-46A4-9A3D-8ED4638022A1}" type="presParOf" srcId="{0D5BB9AF-E076-4665-8553-B3E4BBA0252B}" destId="{53F2FD10-3357-4FB7-AFB2-7885FE789FE8}" srcOrd="0" destOrd="0" presId="urn:microsoft.com/office/officeart/2005/8/layout/hProcess4"/>
    <dgm:cxn modelId="{5D3A236F-CDCB-414E-B03C-6F366CB6CCC9}" type="presParOf" srcId="{0D5BB9AF-E076-4665-8553-B3E4BBA0252B}" destId="{2D78DEC3-0E33-4276-A8BF-A7BD08DB8E5A}" srcOrd="1" destOrd="0" presId="urn:microsoft.com/office/officeart/2005/8/layout/hProcess4"/>
    <dgm:cxn modelId="{9D99A7BD-10E9-4E88-8D9A-8C80E5911DCE}" type="presParOf" srcId="{0D5BB9AF-E076-4665-8553-B3E4BBA0252B}" destId="{AB06E774-CA82-47D1-8498-D05A6A271AAC}" srcOrd="2" destOrd="0" presId="urn:microsoft.com/office/officeart/2005/8/layout/hProcess4"/>
    <dgm:cxn modelId="{15F6E0BE-848E-42B0-9064-EAB1CCDD4F27}" type="presParOf" srcId="{AB06E774-CA82-47D1-8498-D05A6A271AAC}" destId="{EB3C4A2A-9B65-4017-8D7F-FE16DCC03D47}" srcOrd="0" destOrd="0" presId="urn:microsoft.com/office/officeart/2005/8/layout/hProcess4"/>
    <dgm:cxn modelId="{B7B7CF96-3680-478B-BBE2-53B287D32E3C}" type="presParOf" srcId="{EB3C4A2A-9B65-4017-8D7F-FE16DCC03D47}" destId="{750385D3-6415-4B6C-957C-AB34F678B4BF}" srcOrd="0" destOrd="0" presId="urn:microsoft.com/office/officeart/2005/8/layout/hProcess4"/>
    <dgm:cxn modelId="{1327D493-0923-4A0E-BD86-87DC625EED07}" type="presParOf" srcId="{EB3C4A2A-9B65-4017-8D7F-FE16DCC03D47}" destId="{E92F1868-119F-42D7-AB70-22F920E5C013}" srcOrd="1" destOrd="0" presId="urn:microsoft.com/office/officeart/2005/8/layout/hProcess4"/>
    <dgm:cxn modelId="{E1DD0A93-C896-40E2-A6AF-DBD3D9459798}" type="presParOf" srcId="{EB3C4A2A-9B65-4017-8D7F-FE16DCC03D47}" destId="{14EBB9F5-69B8-44D9-90BE-139A2C760555}" srcOrd="2" destOrd="0" presId="urn:microsoft.com/office/officeart/2005/8/layout/hProcess4"/>
    <dgm:cxn modelId="{76DED63C-397F-4352-9378-62E719263DFC}" type="presParOf" srcId="{EB3C4A2A-9B65-4017-8D7F-FE16DCC03D47}" destId="{1E185C43-1E97-4E04-BC42-C812F284AB3C}" srcOrd="3" destOrd="0" presId="urn:microsoft.com/office/officeart/2005/8/layout/hProcess4"/>
    <dgm:cxn modelId="{21FD3B65-FB56-42C0-B0D0-820FAF6E79A2}" type="presParOf" srcId="{EB3C4A2A-9B65-4017-8D7F-FE16DCC03D47}" destId="{ED8E2ADA-7B3E-4F54-9DA5-C0237AD6DBFF}" srcOrd="4" destOrd="0" presId="urn:microsoft.com/office/officeart/2005/8/layout/hProcess4"/>
    <dgm:cxn modelId="{4F864E6D-0964-4A05-BE09-D51982A500E1}" type="presParOf" srcId="{AB06E774-CA82-47D1-8498-D05A6A271AAC}" destId="{B5F95336-DD9F-4EFF-A162-E1827E989D43}" srcOrd="1" destOrd="0" presId="urn:microsoft.com/office/officeart/2005/8/layout/hProcess4"/>
    <dgm:cxn modelId="{BBFD8308-0B20-4699-854F-373CC7B0DD34}" type="presParOf" srcId="{AB06E774-CA82-47D1-8498-D05A6A271AAC}" destId="{92B6E1F6-6AF1-401A-BD7B-DCC527A58F30}" srcOrd="2" destOrd="0" presId="urn:microsoft.com/office/officeart/2005/8/layout/hProcess4"/>
    <dgm:cxn modelId="{1812CEA7-DC82-444E-96A0-4C1F369DE2F2}" type="presParOf" srcId="{92B6E1F6-6AF1-401A-BD7B-DCC527A58F30}" destId="{2F5B0815-B0B5-4893-9AFE-A8F28107E7BA}" srcOrd="0" destOrd="0" presId="urn:microsoft.com/office/officeart/2005/8/layout/hProcess4"/>
    <dgm:cxn modelId="{3556E0F9-25AA-4212-AA9F-6B8AAAEEC00B}" type="presParOf" srcId="{92B6E1F6-6AF1-401A-BD7B-DCC527A58F30}" destId="{3D4838F0-1B0C-4B15-BC72-F816F803F2BB}" srcOrd="1" destOrd="0" presId="urn:microsoft.com/office/officeart/2005/8/layout/hProcess4"/>
    <dgm:cxn modelId="{92EC5A2C-BF24-4DD7-B6D2-0E158AD74CAA}" type="presParOf" srcId="{92B6E1F6-6AF1-401A-BD7B-DCC527A58F30}" destId="{E1E7D104-E59B-4327-8F5B-EFCF5D7EAC52}" srcOrd="2" destOrd="0" presId="urn:microsoft.com/office/officeart/2005/8/layout/hProcess4"/>
    <dgm:cxn modelId="{3DC6B22E-D06C-43D7-B867-E87571513E4A}" type="presParOf" srcId="{92B6E1F6-6AF1-401A-BD7B-DCC527A58F30}" destId="{B7F5D80C-D788-4AE4-B3B4-61DA6E9143DA}" srcOrd="3" destOrd="0" presId="urn:microsoft.com/office/officeart/2005/8/layout/hProcess4"/>
    <dgm:cxn modelId="{3D593AE9-6736-4954-860A-038A19291470}" type="presParOf" srcId="{92B6E1F6-6AF1-401A-BD7B-DCC527A58F30}" destId="{01BDA6CD-5C1C-438A-850D-8E658915155B}" srcOrd="4" destOrd="0" presId="urn:microsoft.com/office/officeart/2005/8/layout/hProcess4"/>
    <dgm:cxn modelId="{DEAC50EA-83C6-4512-AB0C-79FC424DFA4C}" type="presParOf" srcId="{AB06E774-CA82-47D1-8498-D05A6A271AAC}" destId="{5BE21BDC-2588-4002-A5F9-22C865CBE836}" srcOrd="3" destOrd="0" presId="urn:microsoft.com/office/officeart/2005/8/layout/hProcess4"/>
    <dgm:cxn modelId="{8C05B1CC-D31B-4354-8F8D-AB319355DC01}" type="presParOf" srcId="{AB06E774-CA82-47D1-8498-D05A6A271AAC}" destId="{100CAF9A-6270-425F-843E-9B2BBD88F6AC}" srcOrd="4" destOrd="0" presId="urn:microsoft.com/office/officeart/2005/8/layout/hProcess4"/>
    <dgm:cxn modelId="{038C2A1C-82B5-4CE0-97EA-E86699DEFD6F}" type="presParOf" srcId="{100CAF9A-6270-425F-843E-9B2BBD88F6AC}" destId="{3EA4539C-6815-42A4-8747-3128B72D4A12}" srcOrd="0" destOrd="0" presId="urn:microsoft.com/office/officeart/2005/8/layout/hProcess4"/>
    <dgm:cxn modelId="{CD3EAAB6-8B24-45B2-AAAE-EBA4B66D1156}" type="presParOf" srcId="{100CAF9A-6270-425F-843E-9B2BBD88F6AC}" destId="{C0FEA2EB-38FC-4224-B79D-F2F5F3D1F4C5}" srcOrd="1" destOrd="0" presId="urn:microsoft.com/office/officeart/2005/8/layout/hProcess4"/>
    <dgm:cxn modelId="{662312F0-9940-4BCA-AF56-4FC6E5530494}" type="presParOf" srcId="{100CAF9A-6270-425F-843E-9B2BBD88F6AC}" destId="{24AE8AB9-1E7C-4170-8272-1EA9E353616C}" srcOrd="2" destOrd="0" presId="urn:microsoft.com/office/officeart/2005/8/layout/hProcess4"/>
    <dgm:cxn modelId="{C025BB62-A3F3-4F4D-BA27-B736D4261D96}" type="presParOf" srcId="{100CAF9A-6270-425F-843E-9B2BBD88F6AC}" destId="{993550BD-3F60-4F77-B8D5-32AB55B9065F}" srcOrd="3" destOrd="0" presId="urn:microsoft.com/office/officeart/2005/8/layout/hProcess4"/>
    <dgm:cxn modelId="{AEFE3BD8-3F27-41C4-AD4E-900B787553F5}" type="presParOf" srcId="{100CAF9A-6270-425F-843E-9B2BBD88F6AC}" destId="{F6C23696-7B50-4E70-A250-A0FA80C565D7}" srcOrd="4" destOrd="0" presId="urn:microsoft.com/office/officeart/2005/8/layout/hProcess4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1DD6E9-0056-46D2-9B6C-B8C26C50F11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1F585B38-C051-4D33-ABBD-D69256CC1C65}">
      <dgm:prSet phldrT="[Texto]"/>
      <dgm:spPr/>
      <dgm:t>
        <a:bodyPr/>
        <a:lstStyle/>
        <a:p>
          <a:r>
            <a:rPr lang="es-CO" b="0" dirty="0"/>
            <a:t>Si solicitan  </a:t>
          </a:r>
          <a:r>
            <a:rPr lang="es-CO" b="1" dirty="0"/>
            <a:t>906131</a:t>
          </a:r>
          <a:r>
            <a:rPr lang="es-CO" dirty="0"/>
            <a:t> Tripanosoma </a:t>
          </a:r>
          <a:r>
            <a:rPr lang="es-CO" dirty="0" err="1"/>
            <a:t>Cruzi</a:t>
          </a:r>
          <a:r>
            <a:rPr lang="es-CO" dirty="0"/>
            <a:t> Anticuerpos IgG Semiautomatizado o Automatizado</a:t>
          </a:r>
        </a:p>
      </dgm:t>
    </dgm:pt>
    <dgm:pt modelId="{0E46591A-8004-4BC1-8F22-645B3D2CB32D}" type="parTrans" cxnId="{81498F82-CC14-43A0-8403-78CD0464A9EA}">
      <dgm:prSet/>
      <dgm:spPr/>
      <dgm:t>
        <a:bodyPr/>
        <a:lstStyle/>
        <a:p>
          <a:endParaRPr lang="es-CO"/>
        </a:p>
      </dgm:t>
    </dgm:pt>
    <dgm:pt modelId="{4DFD275F-3F61-445D-B1D1-D732536A0E0C}" type="sibTrans" cxnId="{81498F82-CC14-43A0-8403-78CD0464A9EA}">
      <dgm:prSet/>
      <dgm:spPr/>
      <dgm:t>
        <a:bodyPr/>
        <a:lstStyle/>
        <a:p>
          <a:endParaRPr lang="es-CO"/>
        </a:p>
      </dgm:t>
    </dgm:pt>
    <dgm:pt modelId="{80C6C673-FCC7-47F3-8B63-E8412B1249DF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1400" b="1" dirty="0"/>
            <a:t>Se debe cambiar </a:t>
          </a:r>
        </a:p>
        <a:p>
          <a:pPr>
            <a:buFont typeface="Arial" panose="020B0604020202020204" pitchFamily="34" charset="0"/>
            <a:buChar char="•"/>
          </a:pPr>
          <a:endParaRPr lang="es-ES" sz="1400" b="1" dirty="0"/>
        </a:p>
        <a:p>
          <a:pPr>
            <a:buFont typeface="Arial" panose="020B0604020202020204" pitchFamily="34" charset="0"/>
            <a:buChar char="•"/>
          </a:pPr>
          <a:r>
            <a:rPr lang="es-ES" sz="1400" dirty="0"/>
            <a:t>Por el Cups </a:t>
          </a:r>
          <a:r>
            <a:rPr lang="es-ES" sz="1400" b="1" dirty="0"/>
            <a:t>90613102</a:t>
          </a:r>
          <a:r>
            <a:rPr lang="es-ES" sz="1400" dirty="0"/>
            <a:t> Tripanosoma </a:t>
          </a:r>
          <a:r>
            <a:rPr lang="es-ES" sz="1400" dirty="0" err="1"/>
            <a:t>Cruzi</a:t>
          </a:r>
          <a:r>
            <a:rPr lang="es-ES" sz="1400" dirty="0"/>
            <a:t> Anticuerpos IgG e IgM Ag totales Semi o automatizado</a:t>
          </a:r>
          <a:endParaRPr lang="es-CO" sz="1400" dirty="0"/>
        </a:p>
      </dgm:t>
    </dgm:pt>
    <dgm:pt modelId="{7B4FAA81-F5A9-4569-989C-28FC114C2628}" type="parTrans" cxnId="{6EA49075-026C-43E6-902F-1AB054548225}">
      <dgm:prSet/>
      <dgm:spPr/>
      <dgm:t>
        <a:bodyPr/>
        <a:lstStyle/>
        <a:p>
          <a:endParaRPr lang="es-CO"/>
        </a:p>
      </dgm:t>
    </dgm:pt>
    <dgm:pt modelId="{1E31907A-9641-441B-B83C-8118D061C1CF}" type="sibTrans" cxnId="{6EA49075-026C-43E6-902F-1AB054548225}">
      <dgm:prSet/>
      <dgm:spPr/>
      <dgm:t>
        <a:bodyPr/>
        <a:lstStyle/>
        <a:p>
          <a:endParaRPr lang="es-CO"/>
        </a:p>
      </dgm:t>
    </dgm:pt>
    <dgm:pt modelId="{75DADFDE-6E0C-4FE3-BCF1-352FF11259B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sz="1400" b="1" dirty="0"/>
            <a:t>Se debe cambiar  </a:t>
          </a:r>
        </a:p>
        <a:p>
          <a:pPr>
            <a:buFont typeface="Arial" panose="020B0604020202020204" pitchFamily="34" charset="0"/>
            <a:buChar char="•"/>
          </a:pPr>
          <a:endParaRPr lang="es-ES" sz="1400" dirty="0"/>
        </a:p>
        <a:p>
          <a:pPr>
            <a:buFont typeface="Arial" panose="020B0604020202020204" pitchFamily="34" charset="0"/>
            <a:buChar char="•"/>
          </a:pPr>
          <a:r>
            <a:rPr lang="es-ES" sz="1400" u="none" dirty="0"/>
            <a:t>Por el Cups </a:t>
          </a:r>
          <a:r>
            <a:rPr lang="es-ES" sz="1400" b="1" u="none" dirty="0"/>
            <a:t>90887304</a:t>
          </a:r>
          <a:r>
            <a:rPr lang="es-ES" sz="1400" u="none" dirty="0"/>
            <a:t> Mycobacterium tuberculosis IDENTIFICACION POR PM (PCR CONVENCIONAL)</a:t>
          </a:r>
          <a:endParaRPr lang="es-CO" sz="1400" u="none" dirty="0"/>
        </a:p>
      </dgm:t>
    </dgm:pt>
    <dgm:pt modelId="{FDC47CA6-7EF9-449C-9461-A9F135B492CE}" type="parTrans" cxnId="{A45A3E69-281C-4AA6-8065-C14B703CB730}">
      <dgm:prSet/>
      <dgm:spPr/>
      <dgm:t>
        <a:bodyPr/>
        <a:lstStyle/>
        <a:p>
          <a:endParaRPr lang="es-CO"/>
        </a:p>
      </dgm:t>
    </dgm:pt>
    <dgm:pt modelId="{E866B0C6-8D13-4047-BC0A-3CDF4E02B37C}" type="sibTrans" cxnId="{A45A3E69-281C-4AA6-8065-C14B703CB730}">
      <dgm:prSet/>
      <dgm:spPr/>
      <dgm:t>
        <a:bodyPr/>
        <a:lstStyle/>
        <a:p>
          <a:endParaRPr lang="es-CO"/>
        </a:p>
      </dgm:t>
    </dgm:pt>
    <dgm:pt modelId="{3823CA75-08CC-4EC2-9327-E960556A2DE1}">
      <dgm:prSet/>
      <dgm:spPr/>
      <dgm:t>
        <a:bodyPr/>
        <a:lstStyle/>
        <a:p>
          <a:pPr>
            <a:buNone/>
          </a:pPr>
          <a:r>
            <a:rPr lang="es-ES" b="0" i="0" dirty="0"/>
            <a:t>Si solicitan el Cups 908873 </a:t>
          </a:r>
          <a:r>
            <a:rPr lang="es-ES" b="1" i="0" dirty="0"/>
            <a:t>Mycobacterium tuberculosis IDENTIFICACION POR PRUEBAS MOLECULARES (PCR)</a:t>
          </a:r>
          <a:endParaRPr lang="es-CO" dirty="0"/>
        </a:p>
      </dgm:t>
    </dgm:pt>
    <dgm:pt modelId="{C7057A46-DA24-44AC-939F-C4B03D182979}" type="sibTrans" cxnId="{C10B178F-3066-4834-9E1D-73CB902936D2}">
      <dgm:prSet/>
      <dgm:spPr/>
      <dgm:t>
        <a:bodyPr/>
        <a:lstStyle/>
        <a:p>
          <a:endParaRPr lang="es-CO"/>
        </a:p>
      </dgm:t>
    </dgm:pt>
    <dgm:pt modelId="{721FEBF5-90BB-4D49-9EFF-85FC27C8F42E}" type="parTrans" cxnId="{C10B178F-3066-4834-9E1D-73CB902936D2}">
      <dgm:prSet/>
      <dgm:spPr/>
      <dgm:t>
        <a:bodyPr/>
        <a:lstStyle/>
        <a:p>
          <a:endParaRPr lang="es-CO"/>
        </a:p>
      </dgm:t>
    </dgm:pt>
    <dgm:pt modelId="{2139DC4A-2EAC-417E-A774-3B69FC1FB5E4}" type="pres">
      <dgm:prSet presAssocID="{3F1DD6E9-0056-46D2-9B6C-B8C26C50F11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47861A-0482-481A-AB92-EA0A8A0BBD30}" type="pres">
      <dgm:prSet presAssocID="{1F585B38-C051-4D33-ABBD-D69256CC1C65}" presName="root" presStyleCnt="0"/>
      <dgm:spPr/>
    </dgm:pt>
    <dgm:pt modelId="{4EF42D70-18BD-446E-B59A-26BB0BE0CB1D}" type="pres">
      <dgm:prSet presAssocID="{1F585B38-C051-4D33-ABBD-D69256CC1C65}" presName="rootComposite" presStyleCnt="0"/>
      <dgm:spPr/>
    </dgm:pt>
    <dgm:pt modelId="{7CE60DF7-73F2-49B3-8D29-A8118B96B93E}" type="pres">
      <dgm:prSet presAssocID="{1F585B38-C051-4D33-ABBD-D69256CC1C65}" presName="rootText" presStyleLbl="node1" presStyleIdx="0" presStyleCnt="2"/>
      <dgm:spPr/>
    </dgm:pt>
    <dgm:pt modelId="{BBEE6688-0630-44A8-B5D2-CFB872DF5D8A}" type="pres">
      <dgm:prSet presAssocID="{1F585B38-C051-4D33-ABBD-D69256CC1C65}" presName="rootConnector" presStyleLbl="node1" presStyleIdx="0" presStyleCnt="2"/>
      <dgm:spPr/>
    </dgm:pt>
    <dgm:pt modelId="{0311DC2F-1986-4748-9319-E90A7C79E98F}" type="pres">
      <dgm:prSet presAssocID="{1F585B38-C051-4D33-ABBD-D69256CC1C65}" presName="childShape" presStyleCnt="0"/>
      <dgm:spPr/>
    </dgm:pt>
    <dgm:pt modelId="{6096F71D-A73A-4277-A33A-27329D4D431C}" type="pres">
      <dgm:prSet presAssocID="{7B4FAA81-F5A9-4569-989C-28FC114C2628}" presName="Name13" presStyleLbl="parChTrans1D2" presStyleIdx="0" presStyleCnt="2"/>
      <dgm:spPr/>
    </dgm:pt>
    <dgm:pt modelId="{31EAA847-4888-421A-95A8-FBE46F5D4300}" type="pres">
      <dgm:prSet presAssocID="{80C6C673-FCC7-47F3-8B63-E8412B1249DF}" presName="childText" presStyleLbl="bgAcc1" presStyleIdx="0" presStyleCnt="2" custScaleY="214301">
        <dgm:presLayoutVars>
          <dgm:bulletEnabled val="1"/>
        </dgm:presLayoutVars>
      </dgm:prSet>
      <dgm:spPr/>
    </dgm:pt>
    <dgm:pt modelId="{109338E3-A140-41D2-A0EC-78F795963250}" type="pres">
      <dgm:prSet presAssocID="{3823CA75-08CC-4EC2-9327-E960556A2DE1}" presName="root" presStyleCnt="0"/>
      <dgm:spPr/>
    </dgm:pt>
    <dgm:pt modelId="{928373CC-7836-4B21-8CBC-014FECA5CBAD}" type="pres">
      <dgm:prSet presAssocID="{3823CA75-08CC-4EC2-9327-E960556A2DE1}" presName="rootComposite" presStyleCnt="0"/>
      <dgm:spPr/>
    </dgm:pt>
    <dgm:pt modelId="{8FE9DF0E-81A8-4DC9-A1EB-18DEDA4FC0E3}" type="pres">
      <dgm:prSet presAssocID="{3823CA75-08CC-4EC2-9327-E960556A2DE1}" presName="rootText" presStyleLbl="node1" presStyleIdx="1" presStyleCnt="2"/>
      <dgm:spPr/>
    </dgm:pt>
    <dgm:pt modelId="{B31A4B14-6303-4E49-94AF-AEC78E0C7D5D}" type="pres">
      <dgm:prSet presAssocID="{3823CA75-08CC-4EC2-9327-E960556A2DE1}" presName="rootConnector" presStyleLbl="node1" presStyleIdx="1" presStyleCnt="2"/>
      <dgm:spPr/>
    </dgm:pt>
    <dgm:pt modelId="{C66615BD-953B-41CA-B588-DDAFACC77254}" type="pres">
      <dgm:prSet presAssocID="{3823CA75-08CC-4EC2-9327-E960556A2DE1}" presName="childShape" presStyleCnt="0"/>
      <dgm:spPr/>
    </dgm:pt>
    <dgm:pt modelId="{76431C72-BE56-4201-AFE7-C4D53586383C}" type="pres">
      <dgm:prSet presAssocID="{FDC47CA6-7EF9-449C-9461-A9F135B492CE}" presName="Name13" presStyleLbl="parChTrans1D2" presStyleIdx="1" presStyleCnt="2"/>
      <dgm:spPr/>
    </dgm:pt>
    <dgm:pt modelId="{D77CE51A-C9E3-4F29-9021-2C409C244B3B}" type="pres">
      <dgm:prSet presAssocID="{75DADFDE-6E0C-4FE3-BCF1-352FF11259BF}" presName="childText" presStyleLbl="bgAcc1" presStyleIdx="1" presStyleCnt="2" custScaleY="211151">
        <dgm:presLayoutVars>
          <dgm:bulletEnabled val="1"/>
        </dgm:presLayoutVars>
      </dgm:prSet>
      <dgm:spPr/>
    </dgm:pt>
  </dgm:ptLst>
  <dgm:cxnLst>
    <dgm:cxn modelId="{3FCEA919-5F52-44B0-966B-866A1AAAB10A}" type="presOf" srcId="{7B4FAA81-F5A9-4569-989C-28FC114C2628}" destId="{6096F71D-A73A-4277-A33A-27329D4D431C}" srcOrd="0" destOrd="0" presId="urn:microsoft.com/office/officeart/2005/8/layout/hierarchy3"/>
    <dgm:cxn modelId="{BD33992D-66DF-48E4-976B-C105538267A2}" type="presOf" srcId="{3823CA75-08CC-4EC2-9327-E960556A2DE1}" destId="{8FE9DF0E-81A8-4DC9-A1EB-18DEDA4FC0E3}" srcOrd="0" destOrd="0" presId="urn:microsoft.com/office/officeart/2005/8/layout/hierarchy3"/>
    <dgm:cxn modelId="{D534FB35-E1F9-4FD1-898E-D06FF333D445}" type="presOf" srcId="{1F585B38-C051-4D33-ABBD-D69256CC1C65}" destId="{BBEE6688-0630-44A8-B5D2-CFB872DF5D8A}" srcOrd="1" destOrd="0" presId="urn:microsoft.com/office/officeart/2005/8/layout/hierarchy3"/>
    <dgm:cxn modelId="{61D8BD40-E040-4E83-9E29-2CF889B5017A}" type="presOf" srcId="{3F1DD6E9-0056-46D2-9B6C-B8C26C50F11A}" destId="{2139DC4A-2EAC-417E-A774-3B69FC1FB5E4}" srcOrd="0" destOrd="0" presId="urn:microsoft.com/office/officeart/2005/8/layout/hierarchy3"/>
    <dgm:cxn modelId="{6069C25D-2DD2-4B54-9743-608876DCBA0F}" type="presOf" srcId="{3823CA75-08CC-4EC2-9327-E960556A2DE1}" destId="{B31A4B14-6303-4E49-94AF-AEC78E0C7D5D}" srcOrd="1" destOrd="0" presId="urn:microsoft.com/office/officeart/2005/8/layout/hierarchy3"/>
    <dgm:cxn modelId="{A45A3E69-281C-4AA6-8065-C14B703CB730}" srcId="{3823CA75-08CC-4EC2-9327-E960556A2DE1}" destId="{75DADFDE-6E0C-4FE3-BCF1-352FF11259BF}" srcOrd="0" destOrd="0" parTransId="{FDC47CA6-7EF9-449C-9461-A9F135B492CE}" sibTransId="{E866B0C6-8D13-4047-BC0A-3CDF4E02B37C}"/>
    <dgm:cxn modelId="{6EA49075-026C-43E6-902F-1AB054548225}" srcId="{1F585B38-C051-4D33-ABBD-D69256CC1C65}" destId="{80C6C673-FCC7-47F3-8B63-E8412B1249DF}" srcOrd="0" destOrd="0" parTransId="{7B4FAA81-F5A9-4569-989C-28FC114C2628}" sibTransId="{1E31907A-9641-441B-B83C-8118D061C1CF}"/>
    <dgm:cxn modelId="{CDB96D58-D273-453C-8BEA-CFAA1D8CCE90}" type="presOf" srcId="{1F585B38-C051-4D33-ABBD-D69256CC1C65}" destId="{7CE60DF7-73F2-49B3-8D29-A8118B96B93E}" srcOrd="0" destOrd="0" presId="urn:microsoft.com/office/officeart/2005/8/layout/hierarchy3"/>
    <dgm:cxn modelId="{81498F82-CC14-43A0-8403-78CD0464A9EA}" srcId="{3F1DD6E9-0056-46D2-9B6C-B8C26C50F11A}" destId="{1F585B38-C051-4D33-ABBD-D69256CC1C65}" srcOrd="0" destOrd="0" parTransId="{0E46591A-8004-4BC1-8F22-645B3D2CB32D}" sibTransId="{4DFD275F-3F61-445D-B1D1-D732536A0E0C}"/>
    <dgm:cxn modelId="{C10B178F-3066-4834-9E1D-73CB902936D2}" srcId="{3F1DD6E9-0056-46D2-9B6C-B8C26C50F11A}" destId="{3823CA75-08CC-4EC2-9327-E960556A2DE1}" srcOrd="1" destOrd="0" parTransId="{721FEBF5-90BB-4D49-9EFF-85FC27C8F42E}" sibTransId="{C7057A46-DA24-44AC-939F-C4B03D182979}"/>
    <dgm:cxn modelId="{5316CFDC-D474-404C-A318-BEAE679B5DF2}" type="presOf" srcId="{80C6C673-FCC7-47F3-8B63-E8412B1249DF}" destId="{31EAA847-4888-421A-95A8-FBE46F5D4300}" srcOrd="0" destOrd="0" presId="urn:microsoft.com/office/officeart/2005/8/layout/hierarchy3"/>
    <dgm:cxn modelId="{CF2124E9-910E-4C92-9386-3E6B660CF871}" type="presOf" srcId="{FDC47CA6-7EF9-449C-9461-A9F135B492CE}" destId="{76431C72-BE56-4201-AFE7-C4D53586383C}" srcOrd="0" destOrd="0" presId="urn:microsoft.com/office/officeart/2005/8/layout/hierarchy3"/>
    <dgm:cxn modelId="{5B0B69F0-B104-43F9-B096-D28A194D4E64}" type="presOf" srcId="{75DADFDE-6E0C-4FE3-BCF1-352FF11259BF}" destId="{D77CE51A-C9E3-4F29-9021-2C409C244B3B}" srcOrd="0" destOrd="0" presId="urn:microsoft.com/office/officeart/2005/8/layout/hierarchy3"/>
    <dgm:cxn modelId="{5B7F79D1-C054-4E9A-927A-1745F0656D23}" type="presParOf" srcId="{2139DC4A-2EAC-417E-A774-3B69FC1FB5E4}" destId="{8E47861A-0482-481A-AB92-EA0A8A0BBD30}" srcOrd="0" destOrd="0" presId="urn:microsoft.com/office/officeart/2005/8/layout/hierarchy3"/>
    <dgm:cxn modelId="{689502D7-2204-416B-8B59-F4B688DF39A0}" type="presParOf" srcId="{8E47861A-0482-481A-AB92-EA0A8A0BBD30}" destId="{4EF42D70-18BD-446E-B59A-26BB0BE0CB1D}" srcOrd="0" destOrd="0" presId="urn:microsoft.com/office/officeart/2005/8/layout/hierarchy3"/>
    <dgm:cxn modelId="{549B5931-D5FD-405D-A09C-C5B3F7283B0F}" type="presParOf" srcId="{4EF42D70-18BD-446E-B59A-26BB0BE0CB1D}" destId="{7CE60DF7-73F2-49B3-8D29-A8118B96B93E}" srcOrd="0" destOrd="0" presId="urn:microsoft.com/office/officeart/2005/8/layout/hierarchy3"/>
    <dgm:cxn modelId="{8B925F9C-9C88-42A6-ACA2-F022B574E5DD}" type="presParOf" srcId="{4EF42D70-18BD-446E-B59A-26BB0BE0CB1D}" destId="{BBEE6688-0630-44A8-B5D2-CFB872DF5D8A}" srcOrd="1" destOrd="0" presId="urn:microsoft.com/office/officeart/2005/8/layout/hierarchy3"/>
    <dgm:cxn modelId="{E6A6CF3E-6192-4555-83F1-E4FFC0CDBC2D}" type="presParOf" srcId="{8E47861A-0482-481A-AB92-EA0A8A0BBD30}" destId="{0311DC2F-1986-4748-9319-E90A7C79E98F}" srcOrd="1" destOrd="0" presId="urn:microsoft.com/office/officeart/2005/8/layout/hierarchy3"/>
    <dgm:cxn modelId="{DEB8EF1B-4F22-4682-A241-93AD3B312E83}" type="presParOf" srcId="{0311DC2F-1986-4748-9319-E90A7C79E98F}" destId="{6096F71D-A73A-4277-A33A-27329D4D431C}" srcOrd="0" destOrd="0" presId="urn:microsoft.com/office/officeart/2005/8/layout/hierarchy3"/>
    <dgm:cxn modelId="{94551C37-D736-496C-A71C-D618D6B2F759}" type="presParOf" srcId="{0311DC2F-1986-4748-9319-E90A7C79E98F}" destId="{31EAA847-4888-421A-95A8-FBE46F5D4300}" srcOrd="1" destOrd="0" presId="urn:microsoft.com/office/officeart/2005/8/layout/hierarchy3"/>
    <dgm:cxn modelId="{464BF1F9-3B55-4F24-8F89-469874A220BC}" type="presParOf" srcId="{2139DC4A-2EAC-417E-A774-3B69FC1FB5E4}" destId="{109338E3-A140-41D2-A0EC-78F795963250}" srcOrd="1" destOrd="0" presId="urn:microsoft.com/office/officeart/2005/8/layout/hierarchy3"/>
    <dgm:cxn modelId="{F851CD1A-2DDB-40F1-B642-C7A4CE857ECD}" type="presParOf" srcId="{109338E3-A140-41D2-A0EC-78F795963250}" destId="{928373CC-7836-4B21-8CBC-014FECA5CBAD}" srcOrd="0" destOrd="0" presId="urn:microsoft.com/office/officeart/2005/8/layout/hierarchy3"/>
    <dgm:cxn modelId="{F8AE519C-11E4-4CB8-8FFE-6572B5F2F1C7}" type="presParOf" srcId="{928373CC-7836-4B21-8CBC-014FECA5CBAD}" destId="{8FE9DF0E-81A8-4DC9-A1EB-18DEDA4FC0E3}" srcOrd="0" destOrd="0" presId="urn:microsoft.com/office/officeart/2005/8/layout/hierarchy3"/>
    <dgm:cxn modelId="{67858C96-3F07-4B7C-9090-620944037210}" type="presParOf" srcId="{928373CC-7836-4B21-8CBC-014FECA5CBAD}" destId="{B31A4B14-6303-4E49-94AF-AEC78E0C7D5D}" srcOrd="1" destOrd="0" presId="urn:microsoft.com/office/officeart/2005/8/layout/hierarchy3"/>
    <dgm:cxn modelId="{08D8C017-9351-43A8-8E27-C3BBD851A05C}" type="presParOf" srcId="{109338E3-A140-41D2-A0EC-78F795963250}" destId="{C66615BD-953B-41CA-B588-DDAFACC77254}" srcOrd="1" destOrd="0" presId="urn:microsoft.com/office/officeart/2005/8/layout/hierarchy3"/>
    <dgm:cxn modelId="{53E9216F-74FE-4083-B2AD-0F56918B2167}" type="presParOf" srcId="{C66615BD-953B-41CA-B588-DDAFACC77254}" destId="{76431C72-BE56-4201-AFE7-C4D53586383C}" srcOrd="0" destOrd="0" presId="urn:microsoft.com/office/officeart/2005/8/layout/hierarchy3"/>
    <dgm:cxn modelId="{22F916FA-71ED-48CE-A231-FAA801E909A6}" type="presParOf" srcId="{C66615BD-953B-41CA-B588-DDAFACC77254}" destId="{D77CE51A-C9E3-4F29-9021-2C409C244B3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F1DD6E9-0056-46D2-9B6C-B8C26C50F11A}" type="doc">
      <dgm:prSet loTypeId="urn:microsoft.com/office/officeart/2005/8/layout/hierarchy3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CO"/>
        </a:p>
      </dgm:t>
    </dgm:pt>
    <dgm:pt modelId="{1F585B38-C051-4D33-ABBD-D69256CC1C65}">
      <dgm:prSet phldrT="[Texto]"/>
      <dgm:spPr/>
      <dgm:t>
        <a:bodyPr/>
        <a:lstStyle/>
        <a:p>
          <a:r>
            <a:rPr lang="es-CO" b="1" dirty="0"/>
            <a:t>902204</a:t>
          </a:r>
          <a:r>
            <a:rPr lang="es-CO" dirty="0"/>
            <a:t> Eritrosedimentación VSG Manual</a:t>
          </a:r>
        </a:p>
      </dgm:t>
    </dgm:pt>
    <dgm:pt modelId="{0E46591A-8004-4BC1-8F22-645B3D2CB32D}" type="parTrans" cxnId="{81498F82-CC14-43A0-8403-78CD0464A9EA}">
      <dgm:prSet/>
      <dgm:spPr/>
      <dgm:t>
        <a:bodyPr/>
        <a:lstStyle/>
        <a:p>
          <a:endParaRPr lang="es-CO"/>
        </a:p>
      </dgm:t>
    </dgm:pt>
    <dgm:pt modelId="{4DFD275F-3F61-445D-B1D1-D732536A0E0C}" type="sibTrans" cxnId="{81498F82-CC14-43A0-8403-78CD0464A9EA}">
      <dgm:prSet/>
      <dgm:spPr/>
      <dgm:t>
        <a:bodyPr/>
        <a:lstStyle/>
        <a:p>
          <a:endParaRPr lang="es-CO"/>
        </a:p>
      </dgm:t>
    </dgm:pt>
    <dgm:pt modelId="{80C6C673-FCC7-47F3-8B63-E8412B1249DF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CO" sz="1000" dirty="0"/>
        </a:p>
        <a:p>
          <a:pPr>
            <a:buFont typeface="Arial" panose="020B0604020202020204" pitchFamily="34" charset="0"/>
            <a:buChar char="•"/>
          </a:pPr>
          <a:r>
            <a:rPr lang="es-CO" sz="1000" dirty="0"/>
            <a:t>Orden manual /externa :</a:t>
          </a:r>
        </a:p>
        <a:p>
          <a:pPr>
            <a:buFont typeface="Arial" panose="020B0604020202020204" pitchFamily="34" charset="0"/>
            <a:buChar char="•"/>
          </a:pPr>
          <a:r>
            <a:rPr lang="es-CO" sz="1000" dirty="0"/>
            <a:t> </a:t>
          </a:r>
        </a:p>
      </dgm:t>
    </dgm:pt>
    <dgm:pt modelId="{7B4FAA81-F5A9-4569-989C-28FC114C2628}" type="parTrans" cxnId="{6EA49075-026C-43E6-902F-1AB054548225}">
      <dgm:prSet/>
      <dgm:spPr/>
      <dgm:t>
        <a:bodyPr/>
        <a:lstStyle/>
        <a:p>
          <a:endParaRPr lang="es-CO"/>
        </a:p>
      </dgm:t>
    </dgm:pt>
    <dgm:pt modelId="{1E31907A-9641-441B-B83C-8118D061C1CF}" type="sibTrans" cxnId="{6EA49075-026C-43E6-902F-1AB054548225}">
      <dgm:prSet/>
      <dgm:spPr/>
      <dgm:t>
        <a:bodyPr/>
        <a:lstStyle/>
        <a:p>
          <a:endParaRPr lang="es-CO"/>
        </a:p>
      </dgm:t>
    </dgm:pt>
    <dgm:pt modelId="{56FD641F-0004-431D-8559-A1D812107F7D}">
      <dgm:prSet phldrT="[Texto]"/>
      <dgm:spPr/>
      <dgm:t>
        <a:bodyPr/>
        <a:lstStyle/>
        <a:p>
          <a:r>
            <a:rPr lang="es-CO" b="1" dirty="0"/>
            <a:t>902221</a:t>
          </a:r>
          <a:r>
            <a:rPr lang="es-CO" dirty="0"/>
            <a:t> </a:t>
          </a:r>
        </a:p>
        <a:p>
          <a:r>
            <a:rPr lang="es-CO" dirty="0"/>
            <a:t>Recuento Plaquetas Manual </a:t>
          </a:r>
        </a:p>
      </dgm:t>
    </dgm:pt>
    <dgm:pt modelId="{FA7E8AB1-419E-44A9-A53D-BD5AD3F66857}" type="parTrans" cxnId="{1A49E428-7D9B-41DC-B55C-95B1F8AD152C}">
      <dgm:prSet/>
      <dgm:spPr/>
      <dgm:t>
        <a:bodyPr/>
        <a:lstStyle/>
        <a:p>
          <a:endParaRPr lang="es-CO"/>
        </a:p>
      </dgm:t>
    </dgm:pt>
    <dgm:pt modelId="{32B4275C-1628-42D4-BCC1-91A2E32FE1DF}" type="sibTrans" cxnId="{1A49E428-7D9B-41DC-B55C-95B1F8AD152C}">
      <dgm:prSet/>
      <dgm:spPr/>
      <dgm:t>
        <a:bodyPr/>
        <a:lstStyle/>
        <a:p>
          <a:endParaRPr lang="es-CO"/>
        </a:p>
      </dgm:t>
    </dgm:pt>
    <dgm:pt modelId="{BF1BEDE7-0052-4F5D-9894-D636BFC5E2ED}">
      <dgm:prSet phldrT="[Texto]"/>
      <dgm:spPr/>
      <dgm:t>
        <a:bodyPr/>
        <a:lstStyle/>
        <a:p>
          <a:r>
            <a:rPr lang="es-CO" b="1" dirty="0"/>
            <a:t>906418</a:t>
          </a:r>
          <a:r>
            <a:rPr lang="es-CO" dirty="0"/>
            <a:t> </a:t>
          </a:r>
        </a:p>
        <a:p>
          <a:r>
            <a:rPr lang="es-CO" dirty="0"/>
            <a:t>DNA Manual Elisa</a:t>
          </a:r>
        </a:p>
      </dgm:t>
    </dgm:pt>
    <dgm:pt modelId="{CE17ABA1-BCCC-464E-A358-3364C4D05F64}" type="parTrans" cxnId="{4FF84E1D-064D-49D6-83FA-F3D73E2E77D3}">
      <dgm:prSet/>
      <dgm:spPr/>
      <dgm:t>
        <a:bodyPr/>
        <a:lstStyle/>
        <a:p>
          <a:endParaRPr lang="es-CO"/>
        </a:p>
      </dgm:t>
    </dgm:pt>
    <dgm:pt modelId="{4D323C3E-15D6-416F-8141-63092775F9A9}" type="sibTrans" cxnId="{4FF84E1D-064D-49D6-83FA-F3D73E2E77D3}">
      <dgm:prSet/>
      <dgm:spPr/>
      <dgm:t>
        <a:bodyPr/>
        <a:lstStyle/>
        <a:p>
          <a:endParaRPr lang="es-CO"/>
        </a:p>
      </dgm:t>
    </dgm:pt>
    <dgm:pt modelId="{9B100860-0592-4E70-B5F5-28AE372096F8}">
      <dgm:prSet phldrT="[Texto]"/>
      <dgm:spPr/>
      <dgm:t>
        <a:bodyPr/>
        <a:lstStyle/>
        <a:p>
          <a:r>
            <a:rPr lang="es-CO" dirty="0"/>
            <a:t>Orden manual /externa :</a:t>
          </a:r>
        </a:p>
        <a:p>
          <a:endParaRPr lang="es-CO" dirty="0"/>
        </a:p>
        <a:p>
          <a:r>
            <a:rPr lang="es-CO" dirty="0"/>
            <a:t>Se ajusta al Cups  </a:t>
          </a:r>
          <a:r>
            <a:rPr lang="es-CO" b="1" dirty="0"/>
            <a:t>906417</a:t>
          </a:r>
          <a:r>
            <a:rPr lang="es-CO" dirty="0"/>
            <a:t>         DNA Automatizada</a:t>
          </a:r>
        </a:p>
      </dgm:t>
    </dgm:pt>
    <dgm:pt modelId="{6D427255-073D-41A0-AD5E-BF7C458BD8C9}" type="parTrans" cxnId="{742CD1D9-2DD7-4DA1-9034-6E91C06CDEBA}">
      <dgm:prSet/>
      <dgm:spPr/>
      <dgm:t>
        <a:bodyPr/>
        <a:lstStyle/>
        <a:p>
          <a:endParaRPr lang="es-CO"/>
        </a:p>
      </dgm:t>
    </dgm:pt>
    <dgm:pt modelId="{37980293-4237-45DD-AB31-BEA3E03A1F0D}" type="sibTrans" cxnId="{742CD1D9-2DD7-4DA1-9034-6E91C06CDEBA}">
      <dgm:prSet/>
      <dgm:spPr/>
      <dgm:t>
        <a:bodyPr/>
        <a:lstStyle/>
        <a:p>
          <a:endParaRPr lang="es-CO"/>
        </a:p>
      </dgm:t>
    </dgm:pt>
    <dgm:pt modelId="{13A77DB5-58D8-4E74-9A4E-BCB9D8663880}">
      <dgm:prSet phldrT="[Texto]"/>
      <dgm:spPr/>
      <dgm:t>
        <a:bodyPr/>
        <a:lstStyle/>
        <a:p>
          <a:r>
            <a:rPr lang="es-CO" dirty="0"/>
            <a:t>Orden SAP: </a:t>
          </a:r>
        </a:p>
        <a:p>
          <a:r>
            <a:rPr lang="es-CO" dirty="0"/>
            <a:t>No se realiza modificación.</a:t>
          </a:r>
        </a:p>
      </dgm:t>
    </dgm:pt>
    <dgm:pt modelId="{F5BF565A-4BC1-4D5F-A85A-481698F9A154}" type="parTrans" cxnId="{7DD70522-7435-4006-B1DE-BD71E7B1194D}">
      <dgm:prSet/>
      <dgm:spPr/>
      <dgm:t>
        <a:bodyPr/>
        <a:lstStyle/>
        <a:p>
          <a:endParaRPr lang="es-CO"/>
        </a:p>
      </dgm:t>
    </dgm:pt>
    <dgm:pt modelId="{4A1D1B38-5D0E-4140-960E-6EC1F6F93D24}" type="sibTrans" cxnId="{7DD70522-7435-4006-B1DE-BD71E7B1194D}">
      <dgm:prSet/>
      <dgm:spPr/>
      <dgm:t>
        <a:bodyPr/>
        <a:lstStyle/>
        <a:p>
          <a:endParaRPr lang="es-CO"/>
        </a:p>
      </dgm:t>
    </dgm:pt>
    <dgm:pt modelId="{FEF1D577-1957-4732-8B3F-C8E3B32764F5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O" dirty="0"/>
            <a:t>Orden SAP:</a:t>
          </a:r>
        </a:p>
        <a:p>
          <a:pPr>
            <a:buFont typeface="Arial" panose="020B0604020202020204" pitchFamily="34" charset="0"/>
            <a:buChar char="•"/>
          </a:pPr>
          <a:r>
            <a:rPr lang="es-CO" dirty="0"/>
            <a:t> No se realiza modificación.</a:t>
          </a:r>
        </a:p>
      </dgm:t>
    </dgm:pt>
    <dgm:pt modelId="{9F30924D-2052-478C-8417-F066988E76B9}" type="parTrans" cxnId="{A89FF8DE-20DE-4A34-BEC3-9525BDE462C7}">
      <dgm:prSet/>
      <dgm:spPr/>
      <dgm:t>
        <a:bodyPr/>
        <a:lstStyle/>
        <a:p>
          <a:endParaRPr lang="es-CO"/>
        </a:p>
      </dgm:t>
    </dgm:pt>
    <dgm:pt modelId="{C526F531-61DD-4404-BA3C-6A38D188A301}" type="sibTrans" cxnId="{A89FF8DE-20DE-4A34-BEC3-9525BDE462C7}">
      <dgm:prSet/>
      <dgm:spPr/>
      <dgm:t>
        <a:bodyPr/>
        <a:lstStyle/>
        <a:p>
          <a:endParaRPr lang="es-CO"/>
        </a:p>
      </dgm:t>
    </dgm:pt>
    <dgm:pt modelId="{3823CA75-08CC-4EC2-9327-E960556A2DE1}">
      <dgm:prSet/>
      <dgm:spPr/>
      <dgm:t>
        <a:bodyPr/>
        <a:lstStyle/>
        <a:p>
          <a:pPr>
            <a:buNone/>
          </a:pPr>
          <a:r>
            <a:rPr lang="es-CO" b="1" i="0" dirty="0"/>
            <a:t>902223 </a:t>
          </a:r>
        </a:p>
        <a:p>
          <a:pPr>
            <a:buNone/>
          </a:pPr>
          <a:r>
            <a:rPr lang="es-CO" b="1" i="0" dirty="0"/>
            <a:t>Recuento de reticulocitos  Manual</a:t>
          </a:r>
          <a:endParaRPr lang="es-CO" dirty="0"/>
        </a:p>
      </dgm:t>
    </dgm:pt>
    <dgm:pt modelId="{721FEBF5-90BB-4D49-9EFF-85FC27C8F42E}" type="parTrans" cxnId="{C10B178F-3066-4834-9E1D-73CB902936D2}">
      <dgm:prSet/>
      <dgm:spPr/>
      <dgm:t>
        <a:bodyPr/>
        <a:lstStyle/>
        <a:p>
          <a:endParaRPr lang="es-CO"/>
        </a:p>
      </dgm:t>
    </dgm:pt>
    <dgm:pt modelId="{C7057A46-DA24-44AC-939F-C4B03D182979}" type="sibTrans" cxnId="{C10B178F-3066-4834-9E1D-73CB902936D2}">
      <dgm:prSet/>
      <dgm:spPr/>
      <dgm:t>
        <a:bodyPr/>
        <a:lstStyle/>
        <a:p>
          <a:endParaRPr lang="es-CO"/>
        </a:p>
      </dgm:t>
    </dgm:pt>
    <dgm:pt modelId="{75DADFDE-6E0C-4FE3-BCF1-352FF11259B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endParaRPr lang="es-CO" dirty="0"/>
        </a:p>
        <a:p>
          <a:pPr>
            <a:buFont typeface="Arial" panose="020B0604020202020204" pitchFamily="34" charset="0"/>
            <a:buChar char="•"/>
          </a:pPr>
          <a:r>
            <a:rPr lang="es-CO" dirty="0"/>
            <a:t>Orden manual /externa :</a:t>
          </a:r>
        </a:p>
        <a:p>
          <a:pPr>
            <a:buFont typeface="Arial" panose="020B0604020202020204" pitchFamily="34" charset="0"/>
            <a:buChar char="•"/>
          </a:pPr>
          <a:endParaRPr lang="es-CO" dirty="0"/>
        </a:p>
        <a:p>
          <a:pPr>
            <a:buFont typeface="Arial" panose="020B0604020202020204" pitchFamily="34" charset="0"/>
            <a:buChar char="•"/>
          </a:pPr>
          <a:r>
            <a:rPr lang="es-CO" dirty="0"/>
            <a:t>Se ajusta al Cups </a:t>
          </a:r>
          <a:r>
            <a:rPr lang="es-CO" b="1" dirty="0"/>
            <a:t>902224</a:t>
          </a:r>
          <a:r>
            <a:rPr lang="es-CO" dirty="0"/>
            <a:t> Recuento de reticulocitos Automatizados</a:t>
          </a:r>
        </a:p>
      </dgm:t>
    </dgm:pt>
    <dgm:pt modelId="{FDC47CA6-7EF9-449C-9461-A9F135B492CE}" type="parTrans" cxnId="{A45A3E69-281C-4AA6-8065-C14B703CB730}">
      <dgm:prSet/>
      <dgm:spPr/>
      <dgm:t>
        <a:bodyPr/>
        <a:lstStyle/>
        <a:p>
          <a:endParaRPr lang="es-CO"/>
        </a:p>
      </dgm:t>
    </dgm:pt>
    <dgm:pt modelId="{E866B0C6-8D13-4047-BC0A-3CDF4E02B37C}" type="sibTrans" cxnId="{A45A3E69-281C-4AA6-8065-C14B703CB730}">
      <dgm:prSet/>
      <dgm:spPr/>
      <dgm:t>
        <a:bodyPr/>
        <a:lstStyle/>
        <a:p>
          <a:endParaRPr lang="es-CO"/>
        </a:p>
      </dgm:t>
    </dgm:pt>
    <dgm:pt modelId="{91F64860-AB14-43A6-8284-E7CA51A2FF0A}">
      <dgm:prSet/>
      <dgm:spPr/>
      <dgm:t>
        <a:bodyPr/>
        <a:lstStyle/>
        <a:p>
          <a:r>
            <a:rPr lang="es-CO" dirty="0"/>
            <a:t>Orden SAP:  </a:t>
          </a:r>
        </a:p>
        <a:p>
          <a:r>
            <a:rPr lang="es-CO" dirty="0"/>
            <a:t>No se realiza modificación.</a:t>
          </a:r>
        </a:p>
      </dgm:t>
    </dgm:pt>
    <dgm:pt modelId="{71B33A9C-D10F-44B2-B800-214C8F37F635}" type="parTrans" cxnId="{663E756D-4635-4248-9846-35365AC9D644}">
      <dgm:prSet/>
      <dgm:spPr/>
      <dgm:t>
        <a:bodyPr/>
        <a:lstStyle/>
        <a:p>
          <a:endParaRPr lang="es-CO"/>
        </a:p>
      </dgm:t>
    </dgm:pt>
    <dgm:pt modelId="{024EE120-796B-4C8F-BB45-27AD1E3074DA}" type="sibTrans" cxnId="{663E756D-4635-4248-9846-35365AC9D644}">
      <dgm:prSet/>
      <dgm:spPr/>
      <dgm:t>
        <a:bodyPr/>
        <a:lstStyle/>
        <a:p>
          <a:endParaRPr lang="es-CO"/>
        </a:p>
      </dgm:t>
    </dgm:pt>
    <dgm:pt modelId="{FB78EBB8-1685-4EEB-B98A-512AAB132A80}">
      <dgm:prSet/>
      <dgm:spPr/>
      <dgm:t>
        <a:bodyPr/>
        <a:lstStyle/>
        <a:p>
          <a:r>
            <a:rPr lang="es-CO" dirty="0"/>
            <a:t>Orden manual /externa :</a:t>
          </a:r>
        </a:p>
        <a:p>
          <a:pPr>
            <a:buFont typeface="Arial" panose="020B0604020202020204" pitchFamily="34" charset="0"/>
            <a:buChar char="•"/>
          </a:pPr>
          <a:endParaRPr lang="es-CO" dirty="0"/>
        </a:p>
        <a:p>
          <a:pPr>
            <a:buFont typeface="Arial" panose="020B0604020202020204" pitchFamily="34" charset="0"/>
            <a:buChar char="•"/>
          </a:pPr>
          <a:r>
            <a:rPr lang="es-CO" dirty="0"/>
            <a:t>Se ajusta al Cups </a:t>
          </a:r>
          <a:r>
            <a:rPr lang="es-CO" b="1" dirty="0"/>
            <a:t>902220</a:t>
          </a:r>
          <a:r>
            <a:rPr lang="es-CO" dirty="0"/>
            <a:t> Recuento plaquetas Automatizada</a:t>
          </a:r>
        </a:p>
      </dgm:t>
    </dgm:pt>
    <dgm:pt modelId="{D6547371-E007-4F7C-9C4C-4F49A5F9A810}" type="parTrans" cxnId="{8D78EA51-96BC-4C15-9DE2-8703A71C71AE}">
      <dgm:prSet/>
      <dgm:spPr/>
      <dgm:t>
        <a:bodyPr/>
        <a:lstStyle/>
        <a:p>
          <a:endParaRPr lang="es-CO"/>
        </a:p>
      </dgm:t>
    </dgm:pt>
    <dgm:pt modelId="{8AA17835-4EBD-4EE0-BEB9-B37EEED8E4E8}" type="sibTrans" cxnId="{8D78EA51-96BC-4C15-9DE2-8703A71C71AE}">
      <dgm:prSet/>
      <dgm:spPr/>
      <dgm:t>
        <a:bodyPr/>
        <a:lstStyle/>
        <a:p>
          <a:endParaRPr lang="es-CO"/>
        </a:p>
      </dgm:t>
    </dgm:pt>
    <dgm:pt modelId="{65F0AA41-F9AF-4965-A2C9-572764FBABFC}">
      <dgm:prSet/>
      <dgm:spPr/>
      <dgm:t>
        <a:bodyPr/>
        <a:lstStyle/>
        <a:p>
          <a:r>
            <a:rPr lang="es-CO" dirty="0"/>
            <a:t>Orden SAP: </a:t>
          </a:r>
        </a:p>
        <a:p>
          <a:r>
            <a:rPr lang="es-CO" dirty="0"/>
            <a:t>No se realiza modificación.</a:t>
          </a:r>
        </a:p>
      </dgm:t>
    </dgm:pt>
    <dgm:pt modelId="{40904202-0A2B-44A8-BBBE-827A5A6C0FBB}" type="parTrans" cxnId="{096BE0A8-83C2-44EC-A2FE-EDC011BD9D28}">
      <dgm:prSet/>
      <dgm:spPr/>
      <dgm:t>
        <a:bodyPr/>
        <a:lstStyle/>
        <a:p>
          <a:endParaRPr lang="es-CO"/>
        </a:p>
      </dgm:t>
    </dgm:pt>
    <dgm:pt modelId="{BD90156D-4B19-4E35-8550-CC9091E97006}" type="sibTrans" cxnId="{096BE0A8-83C2-44EC-A2FE-EDC011BD9D28}">
      <dgm:prSet/>
      <dgm:spPr/>
      <dgm:t>
        <a:bodyPr/>
        <a:lstStyle/>
        <a:p>
          <a:endParaRPr lang="es-CO"/>
        </a:p>
      </dgm:t>
    </dgm:pt>
    <dgm:pt modelId="{841C24D3-DE89-4546-8227-3EDC5058C94A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CO" sz="1000" dirty="0"/>
            <a:t>Se ajusta al Cups </a:t>
          </a:r>
          <a:r>
            <a:rPr lang="es-CO" sz="1000" b="1" dirty="0"/>
            <a:t>902205</a:t>
          </a:r>
          <a:r>
            <a:rPr lang="es-CO" sz="1000" dirty="0"/>
            <a:t> Eritrosedimentación VSG Automatizada</a:t>
          </a:r>
        </a:p>
      </dgm:t>
    </dgm:pt>
    <dgm:pt modelId="{45FD53B5-F419-443C-920E-BCE19AECB9B7}" type="sibTrans" cxnId="{D9820AB4-AE98-490F-AD75-90EAB635B6A7}">
      <dgm:prSet/>
      <dgm:spPr/>
      <dgm:t>
        <a:bodyPr/>
        <a:lstStyle/>
        <a:p>
          <a:endParaRPr lang="es-CO"/>
        </a:p>
      </dgm:t>
    </dgm:pt>
    <dgm:pt modelId="{5D70A118-D431-426A-9D7E-8EB6A1C21BBD}" type="parTrans" cxnId="{D9820AB4-AE98-490F-AD75-90EAB635B6A7}">
      <dgm:prSet/>
      <dgm:spPr/>
      <dgm:t>
        <a:bodyPr/>
        <a:lstStyle/>
        <a:p>
          <a:endParaRPr lang="es-CO"/>
        </a:p>
      </dgm:t>
    </dgm:pt>
    <dgm:pt modelId="{2139DC4A-2EAC-417E-A774-3B69FC1FB5E4}" type="pres">
      <dgm:prSet presAssocID="{3F1DD6E9-0056-46D2-9B6C-B8C26C50F11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E47861A-0482-481A-AB92-EA0A8A0BBD30}" type="pres">
      <dgm:prSet presAssocID="{1F585B38-C051-4D33-ABBD-D69256CC1C65}" presName="root" presStyleCnt="0"/>
      <dgm:spPr/>
    </dgm:pt>
    <dgm:pt modelId="{4EF42D70-18BD-446E-B59A-26BB0BE0CB1D}" type="pres">
      <dgm:prSet presAssocID="{1F585B38-C051-4D33-ABBD-D69256CC1C65}" presName="rootComposite" presStyleCnt="0"/>
      <dgm:spPr/>
    </dgm:pt>
    <dgm:pt modelId="{7CE60DF7-73F2-49B3-8D29-A8118B96B93E}" type="pres">
      <dgm:prSet presAssocID="{1F585B38-C051-4D33-ABBD-D69256CC1C65}" presName="rootText" presStyleLbl="node1" presStyleIdx="0" presStyleCnt="4"/>
      <dgm:spPr/>
    </dgm:pt>
    <dgm:pt modelId="{BBEE6688-0630-44A8-B5D2-CFB872DF5D8A}" type="pres">
      <dgm:prSet presAssocID="{1F585B38-C051-4D33-ABBD-D69256CC1C65}" presName="rootConnector" presStyleLbl="node1" presStyleIdx="0" presStyleCnt="4"/>
      <dgm:spPr/>
    </dgm:pt>
    <dgm:pt modelId="{0311DC2F-1986-4748-9319-E90A7C79E98F}" type="pres">
      <dgm:prSet presAssocID="{1F585B38-C051-4D33-ABBD-D69256CC1C65}" presName="childShape" presStyleCnt="0"/>
      <dgm:spPr/>
    </dgm:pt>
    <dgm:pt modelId="{6096F71D-A73A-4277-A33A-27329D4D431C}" type="pres">
      <dgm:prSet presAssocID="{7B4FAA81-F5A9-4569-989C-28FC114C2628}" presName="Name13" presStyleLbl="parChTrans1D2" presStyleIdx="0" presStyleCnt="8"/>
      <dgm:spPr/>
    </dgm:pt>
    <dgm:pt modelId="{31EAA847-4888-421A-95A8-FBE46F5D4300}" type="pres">
      <dgm:prSet presAssocID="{80C6C673-FCC7-47F3-8B63-E8412B1249DF}" presName="childText" presStyleLbl="bgAcc1" presStyleIdx="0" presStyleCnt="8">
        <dgm:presLayoutVars>
          <dgm:bulletEnabled val="1"/>
        </dgm:presLayoutVars>
      </dgm:prSet>
      <dgm:spPr/>
    </dgm:pt>
    <dgm:pt modelId="{63E25BD9-7AE3-460A-B11D-07DDB8D2A0A0}" type="pres">
      <dgm:prSet presAssocID="{9F30924D-2052-478C-8417-F066988E76B9}" presName="Name13" presStyleLbl="parChTrans1D2" presStyleIdx="1" presStyleCnt="8"/>
      <dgm:spPr/>
    </dgm:pt>
    <dgm:pt modelId="{CB68481E-CD1D-4A71-8881-77CD327AB37D}" type="pres">
      <dgm:prSet presAssocID="{FEF1D577-1957-4732-8B3F-C8E3B32764F5}" presName="childText" presStyleLbl="bgAcc1" presStyleIdx="1" presStyleCnt="8">
        <dgm:presLayoutVars>
          <dgm:bulletEnabled val="1"/>
        </dgm:presLayoutVars>
      </dgm:prSet>
      <dgm:spPr/>
    </dgm:pt>
    <dgm:pt modelId="{109338E3-A140-41D2-A0EC-78F795963250}" type="pres">
      <dgm:prSet presAssocID="{3823CA75-08CC-4EC2-9327-E960556A2DE1}" presName="root" presStyleCnt="0"/>
      <dgm:spPr/>
    </dgm:pt>
    <dgm:pt modelId="{928373CC-7836-4B21-8CBC-014FECA5CBAD}" type="pres">
      <dgm:prSet presAssocID="{3823CA75-08CC-4EC2-9327-E960556A2DE1}" presName="rootComposite" presStyleCnt="0"/>
      <dgm:spPr/>
    </dgm:pt>
    <dgm:pt modelId="{8FE9DF0E-81A8-4DC9-A1EB-18DEDA4FC0E3}" type="pres">
      <dgm:prSet presAssocID="{3823CA75-08CC-4EC2-9327-E960556A2DE1}" presName="rootText" presStyleLbl="node1" presStyleIdx="1" presStyleCnt="4"/>
      <dgm:spPr/>
    </dgm:pt>
    <dgm:pt modelId="{B31A4B14-6303-4E49-94AF-AEC78E0C7D5D}" type="pres">
      <dgm:prSet presAssocID="{3823CA75-08CC-4EC2-9327-E960556A2DE1}" presName="rootConnector" presStyleLbl="node1" presStyleIdx="1" presStyleCnt="4"/>
      <dgm:spPr/>
    </dgm:pt>
    <dgm:pt modelId="{C66615BD-953B-41CA-B588-DDAFACC77254}" type="pres">
      <dgm:prSet presAssocID="{3823CA75-08CC-4EC2-9327-E960556A2DE1}" presName="childShape" presStyleCnt="0"/>
      <dgm:spPr/>
    </dgm:pt>
    <dgm:pt modelId="{76431C72-BE56-4201-AFE7-C4D53586383C}" type="pres">
      <dgm:prSet presAssocID="{FDC47CA6-7EF9-449C-9461-A9F135B492CE}" presName="Name13" presStyleLbl="parChTrans1D2" presStyleIdx="2" presStyleCnt="8"/>
      <dgm:spPr/>
    </dgm:pt>
    <dgm:pt modelId="{D77CE51A-C9E3-4F29-9021-2C409C244B3B}" type="pres">
      <dgm:prSet presAssocID="{75DADFDE-6E0C-4FE3-BCF1-352FF11259BF}" presName="childText" presStyleLbl="bgAcc1" presStyleIdx="2" presStyleCnt="8">
        <dgm:presLayoutVars>
          <dgm:bulletEnabled val="1"/>
        </dgm:presLayoutVars>
      </dgm:prSet>
      <dgm:spPr/>
    </dgm:pt>
    <dgm:pt modelId="{884D0FEA-38D6-4298-83E9-7CB06345E7AA}" type="pres">
      <dgm:prSet presAssocID="{71B33A9C-D10F-44B2-B800-214C8F37F635}" presName="Name13" presStyleLbl="parChTrans1D2" presStyleIdx="3" presStyleCnt="8"/>
      <dgm:spPr/>
    </dgm:pt>
    <dgm:pt modelId="{18C5F4E8-5913-4EB4-9A0D-E3CA6F8E24EE}" type="pres">
      <dgm:prSet presAssocID="{91F64860-AB14-43A6-8284-E7CA51A2FF0A}" presName="childText" presStyleLbl="bgAcc1" presStyleIdx="3" presStyleCnt="8" custLinFactNeighborX="-3400">
        <dgm:presLayoutVars>
          <dgm:bulletEnabled val="1"/>
        </dgm:presLayoutVars>
      </dgm:prSet>
      <dgm:spPr/>
    </dgm:pt>
    <dgm:pt modelId="{8C2A1FAE-C754-4AC1-BA4E-98FBCC9D5BE7}" type="pres">
      <dgm:prSet presAssocID="{56FD641F-0004-431D-8559-A1D812107F7D}" presName="root" presStyleCnt="0"/>
      <dgm:spPr/>
    </dgm:pt>
    <dgm:pt modelId="{DBF727BA-4BA1-4940-97C5-7BB709DA7FED}" type="pres">
      <dgm:prSet presAssocID="{56FD641F-0004-431D-8559-A1D812107F7D}" presName="rootComposite" presStyleCnt="0"/>
      <dgm:spPr/>
    </dgm:pt>
    <dgm:pt modelId="{CA6B8C35-B149-4D12-9718-86B0BDB9E8CF}" type="pres">
      <dgm:prSet presAssocID="{56FD641F-0004-431D-8559-A1D812107F7D}" presName="rootText" presStyleLbl="node1" presStyleIdx="2" presStyleCnt="4"/>
      <dgm:spPr/>
    </dgm:pt>
    <dgm:pt modelId="{AF530C4E-2EF7-4929-9B3B-983CD2BEFB9D}" type="pres">
      <dgm:prSet presAssocID="{56FD641F-0004-431D-8559-A1D812107F7D}" presName="rootConnector" presStyleLbl="node1" presStyleIdx="2" presStyleCnt="4"/>
      <dgm:spPr/>
    </dgm:pt>
    <dgm:pt modelId="{16F6C439-9375-4590-8094-6A112120B151}" type="pres">
      <dgm:prSet presAssocID="{56FD641F-0004-431D-8559-A1D812107F7D}" presName="childShape" presStyleCnt="0"/>
      <dgm:spPr/>
    </dgm:pt>
    <dgm:pt modelId="{0217182C-84DB-462B-A6CD-BF5C3857882E}" type="pres">
      <dgm:prSet presAssocID="{D6547371-E007-4F7C-9C4C-4F49A5F9A810}" presName="Name13" presStyleLbl="parChTrans1D2" presStyleIdx="4" presStyleCnt="8"/>
      <dgm:spPr/>
    </dgm:pt>
    <dgm:pt modelId="{5F036650-D68A-498D-84C4-713B89DE27FE}" type="pres">
      <dgm:prSet presAssocID="{FB78EBB8-1685-4EEB-B98A-512AAB132A80}" presName="childText" presStyleLbl="bgAcc1" presStyleIdx="4" presStyleCnt="8">
        <dgm:presLayoutVars>
          <dgm:bulletEnabled val="1"/>
        </dgm:presLayoutVars>
      </dgm:prSet>
      <dgm:spPr/>
    </dgm:pt>
    <dgm:pt modelId="{FD2616D3-84D4-48C3-9179-01ED16B493E4}" type="pres">
      <dgm:prSet presAssocID="{40904202-0A2B-44A8-BBBE-827A5A6C0FBB}" presName="Name13" presStyleLbl="parChTrans1D2" presStyleIdx="5" presStyleCnt="8"/>
      <dgm:spPr/>
    </dgm:pt>
    <dgm:pt modelId="{261B6979-C6B8-4329-91F5-2E7181BEBC38}" type="pres">
      <dgm:prSet presAssocID="{65F0AA41-F9AF-4965-A2C9-572764FBABFC}" presName="childText" presStyleLbl="bgAcc1" presStyleIdx="5" presStyleCnt="8" custLinFactNeighborX="-3400">
        <dgm:presLayoutVars>
          <dgm:bulletEnabled val="1"/>
        </dgm:presLayoutVars>
      </dgm:prSet>
      <dgm:spPr/>
    </dgm:pt>
    <dgm:pt modelId="{4D710DE4-EF1F-433A-86FB-580B3BE03C56}" type="pres">
      <dgm:prSet presAssocID="{BF1BEDE7-0052-4F5D-9894-D636BFC5E2ED}" presName="root" presStyleCnt="0"/>
      <dgm:spPr/>
    </dgm:pt>
    <dgm:pt modelId="{E3D128CE-8C16-40C9-A359-BA1C6A50FECF}" type="pres">
      <dgm:prSet presAssocID="{BF1BEDE7-0052-4F5D-9894-D636BFC5E2ED}" presName="rootComposite" presStyleCnt="0"/>
      <dgm:spPr/>
    </dgm:pt>
    <dgm:pt modelId="{BE8D6982-AC4C-4D36-ABC5-2EBA1C5FB217}" type="pres">
      <dgm:prSet presAssocID="{BF1BEDE7-0052-4F5D-9894-D636BFC5E2ED}" presName="rootText" presStyleLbl="node1" presStyleIdx="3" presStyleCnt="4"/>
      <dgm:spPr/>
    </dgm:pt>
    <dgm:pt modelId="{89E5CFE0-4D04-495D-85E0-A8E14E00FF80}" type="pres">
      <dgm:prSet presAssocID="{BF1BEDE7-0052-4F5D-9894-D636BFC5E2ED}" presName="rootConnector" presStyleLbl="node1" presStyleIdx="3" presStyleCnt="4"/>
      <dgm:spPr/>
    </dgm:pt>
    <dgm:pt modelId="{0CCBC09C-BB0D-4303-ABE2-712AFEC64F2C}" type="pres">
      <dgm:prSet presAssocID="{BF1BEDE7-0052-4F5D-9894-D636BFC5E2ED}" presName="childShape" presStyleCnt="0"/>
      <dgm:spPr/>
    </dgm:pt>
    <dgm:pt modelId="{CD5C4D34-F0B4-4CEC-836B-ADCF09760B19}" type="pres">
      <dgm:prSet presAssocID="{6D427255-073D-41A0-AD5E-BF7C458BD8C9}" presName="Name13" presStyleLbl="parChTrans1D2" presStyleIdx="6" presStyleCnt="8"/>
      <dgm:spPr/>
    </dgm:pt>
    <dgm:pt modelId="{B3B4B741-46D2-4D26-BD7A-2A43623A8B2E}" type="pres">
      <dgm:prSet presAssocID="{9B100860-0592-4E70-B5F5-28AE372096F8}" presName="childText" presStyleLbl="bgAcc1" presStyleIdx="6" presStyleCnt="8">
        <dgm:presLayoutVars>
          <dgm:bulletEnabled val="1"/>
        </dgm:presLayoutVars>
      </dgm:prSet>
      <dgm:spPr/>
    </dgm:pt>
    <dgm:pt modelId="{8F6C9A55-0001-4555-A094-2566D5979016}" type="pres">
      <dgm:prSet presAssocID="{F5BF565A-4BC1-4D5F-A85A-481698F9A154}" presName="Name13" presStyleLbl="parChTrans1D2" presStyleIdx="7" presStyleCnt="8"/>
      <dgm:spPr/>
    </dgm:pt>
    <dgm:pt modelId="{75231C36-1F61-4235-AE3E-ECA6A60C4E20}" type="pres">
      <dgm:prSet presAssocID="{13A77DB5-58D8-4E74-9A4E-BCB9D8663880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600ADD00-0086-4D66-8285-3DEAF0DAF143}" type="presOf" srcId="{BF1BEDE7-0052-4F5D-9894-D636BFC5E2ED}" destId="{89E5CFE0-4D04-495D-85E0-A8E14E00FF80}" srcOrd="1" destOrd="0" presId="urn:microsoft.com/office/officeart/2005/8/layout/hierarchy3"/>
    <dgm:cxn modelId="{A72AEE0B-6A5B-4336-998C-F08D869104C7}" type="presOf" srcId="{91F64860-AB14-43A6-8284-E7CA51A2FF0A}" destId="{18C5F4E8-5913-4EB4-9A0D-E3CA6F8E24EE}" srcOrd="0" destOrd="0" presId="urn:microsoft.com/office/officeart/2005/8/layout/hierarchy3"/>
    <dgm:cxn modelId="{3FCEA919-5F52-44B0-966B-866A1AAAB10A}" type="presOf" srcId="{7B4FAA81-F5A9-4569-989C-28FC114C2628}" destId="{6096F71D-A73A-4277-A33A-27329D4D431C}" srcOrd="0" destOrd="0" presId="urn:microsoft.com/office/officeart/2005/8/layout/hierarchy3"/>
    <dgm:cxn modelId="{4FF84E1D-064D-49D6-83FA-F3D73E2E77D3}" srcId="{3F1DD6E9-0056-46D2-9B6C-B8C26C50F11A}" destId="{BF1BEDE7-0052-4F5D-9894-D636BFC5E2ED}" srcOrd="3" destOrd="0" parTransId="{CE17ABA1-BCCC-464E-A358-3364C4D05F64}" sibTransId="{4D323C3E-15D6-416F-8141-63092775F9A9}"/>
    <dgm:cxn modelId="{7DD70522-7435-4006-B1DE-BD71E7B1194D}" srcId="{BF1BEDE7-0052-4F5D-9894-D636BFC5E2ED}" destId="{13A77DB5-58D8-4E74-9A4E-BCB9D8663880}" srcOrd="1" destOrd="0" parTransId="{F5BF565A-4BC1-4D5F-A85A-481698F9A154}" sibTransId="{4A1D1B38-5D0E-4140-960E-6EC1F6F93D24}"/>
    <dgm:cxn modelId="{1A49E428-7D9B-41DC-B55C-95B1F8AD152C}" srcId="{3F1DD6E9-0056-46D2-9B6C-B8C26C50F11A}" destId="{56FD641F-0004-431D-8559-A1D812107F7D}" srcOrd="2" destOrd="0" parTransId="{FA7E8AB1-419E-44A9-A53D-BD5AD3F66857}" sibTransId="{32B4275C-1628-42D4-BCC1-91A2E32FE1DF}"/>
    <dgm:cxn modelId="{BD33992D-66DF-48E4-976B-C105538267A2}" type="presOf" srcId="{3823CA75-08CC-4EC2-9327-E960556A2DE1}" destId="{8FE9DF0E-81A8-4DC9-A1EB-18DEDA4FC0E3}" srcOrd="0" destOrd="0" presId="urn:microsoft.com/office/officeart/2005/8/layout/hierarchy3"/>
    <dgm:cxn modelId="{81A6EC35-E2CF-47C7-8044-A3D384B9F49C}" type="presOf" srcId="{6D427255-073D-41A0-AD5E-BF7C458BD8C9}" destId="{CD5C4D34-F0B4-4CEC-836B-ADCF09760B19}" srcOrd="0" destOrd="0" presId="urn:microsoft.com/office/officeart/2005/8/layout/hierarchy3"/>
    <dgm:cxn modelId="{D534FB35-E1F9-4FD1-898E-D06FF333D445}" type="presOf" srcId="{1F585B38-C051-4D33-ABBD-D69256CC1C65}" destId="{BBEE6688-0630-44A8-B5D2-CFB872DF5D8A}" srcOrd="1" destOrd="0" presId="urn:microsoft.com/office/officeart/2005/8/layout/hierarchy3"/>
    <dgm:cxn modelId="{61D8BD40-E040-4E83-9E29-2CF889B5017A}" type="presOf" srcId="{3F1DD6E9-0056-46D2-9B6C-B8C26C50F11A}" destId="{2139DC4A-2EAC-417E-A774-3B69FC1FB5E4}" srcOrd="0" destOrd="0" presId="urn:microsoft.com/office/officeart/2005/8/layout/hierarchy3"/>
    <dgm:cxn modelId="{6069C25D-2DD2-4B54-9743-608876DCBA0F}" type="presOf" srcId="{3823CA75-08CC-4EC2-9327-E960556A2DE1}" destId="{B31A4B14-6303-4E49-94AF-AEC78E0C7D5D}" srcOrd="1" destOrd="0" presId="urn:microsoft.com/office/officeart/2005/8/layout/hierarchy3"/>
    <dgm:cxn modelId="{C8EEB065-8F18-4A3F-9E2A-154A853A17F3}" type="presOf" srcId="{841C24D3-DE89-4546-8227-3EDC5058C94A}" destId="{31EAA847-4888-421A-95A8-FBE46F5D4300}" srcOrd="0" destOrd="1" presId="urn:microsoft.com/office/officeart/2005/8/layout/hierarchy3"/>
    <dgm:cxn modelId="{A45A3E69-281C-4AA6-8065-C14B703CB730}" srcId="{3823CA75-08CC-4EC2-9327-E960556A2DE1}" destId="{75DADFDE-6E0C-4FE3-BCF1-352FF11259BF}" srcOrd="0" destOrd="0" parTransId="{FDC47CA6-7EF9-449C-9461-A9F135B492CE}" sibTransId="{E866B0C6-8D13-4047-BC0A-3CDF4E02B37C}"/>
    <dgm:cxn modelId="{C8C6714A-9DB9-45ED-B969-5B6DBB3CA16E}" type="presOf" srcId="{65F0AA41-F9AF-4965-A2C9-572764FBABFC}" destId="{261B6979-C6B8-4329-91F5-2E7181BEBC38}" srcOrd="0" destOrd="0" presId="urn:microsoft.com/office/officeart/2005/8/layout/hierarchy3"/>
    <dgm:cxn modelId="{3F31DF4B-E836-41A3-AA60-46104C27A049}" type="presOf" srcId="{40904202-0A2B-44A8-BBBE-827A5A6C0FBB}" destId="{FD2616D3-84D4-48C3-9179-01ED16B493E4}" srcOrd="0" destOrd="0" presId="urn:microsoft.com/office/officeart/2005/8/layout/hierarchy3"/>
    <dgm:cxn modelId="{663E756D-4635-4248-9846-35365AC9D644}" srcId="{3823CA75-08CC-4EC2-9327-E960556A2DE1}" destId="{91F64860-AB14-43A6-8284-E7CA51A2FF0A}" srcOrd="1" destOrd="0" parTransId="{71B33A9C-D10F-44B2-B800-214C8F37F635}" sibTransId="{024EE120-796B-4C8F-BB45-27AD1E3074DA}"/>
    <dgm:cxn modelId="{9F6B596F-C777-4550-A6AE-DA5002BB6BAD}" type="presOf" srcId="{F5BF565A-4BC1-4D5F-A85A-481698F9A154}" destId="{8F6C9A55-0001-4555-A094-2566D5979016}" srcOrd="0" destOrd="0" presId="urn:microsoft.com/office/officeart/2005/8/layout/hierarchy3"/>
    <dgm:cxn modelId="{8D78EA51-96BC-4C15-9DE2-8703A71C71AE}" srcId="{56FD641F-0004-431D-8559-A1D812107F7D}" destId="{FB78EBB8-1685-4EEB-B98A-512AAB132A80}" srcOrd="0" destOrd="0" parTransId="{D6547371-E007-4F7C-9C4C-4F49A5F9A810}" sibTransId="{8AA17835-4EBD-4EE0-BEB9-B37EEED8E4E8}"/>
    <dgm:cxn modelId="{AA7BD772-BC9F-4263-8892-1DC6203ADA83}" type="presOf" srcId="{FB78EBB8-1685-4EEB-B98A-512AAB132A80}" destId="{5F036650-D68A-498D-84C4-713B89DE27FE}" srcOrd="0" destOrd="0" presId="urn:microsoft.com/office/officeart/2005/8/layout/hierarchy3"/>
    <dgm:cxn modelId="{6EA49075-026C-43E6-902F-1AB054548225}" srcId="{1F585B38-C051-4D33-ABBD-D69256CC1C65}" destId="{80C6C673-FCC7-47F3-8B63-E8412B1249DF}" srcOrd="0" destOrd="0" parTransId="{7B4FAA81-F5A9-4569-989C-28FC114C2628}" sibTransId="{1E31907A-9641-441B-B83C-8118D061C1CF}"/>
    <dgm:cxn modelId="{CDB96D58-D273-453C-8BEA-CFAA1D8CCE90}" type="presOf" srcId="{1F585B38-C051-4D33-ABBD-D69256CC1C65}" destId="{7CE60DF7-73F2-49B3-8D29-A8118B96B93E}" srcOrd="0" destOrd="0" presId="urn:microsoft.com/office/officeart/2005/8/layout/hierarchy3"/>
    <dgm:cxn modelId="{D09EB47B-C162-4D22-AA70-5E67FA55881E}" type="presOf" srcId="{9F30924D-2052-478C-8417-F066988E76B9}" destId="{63E25BD9-7AE3-460A-B11D-07DDB8D2A0A0}" srcOrd="0" destOrd="0" presId="urn:microsoft.com/office/officeart/2005/8/layout/hierarchy3"/>
    <dgm:cxn modelId="{CC572181-B9AC-47D7-BDB8-F64EF702CB5D}" type="presOf" srcId="{BF1BEDE7-0052-4F5D-9894-D636BFC5E2ED}" destId="{BE8D6982-AC4C-4D36-ABC5-2EBA1C5FB217}" srcOrd="0" destOrd="0" presId="urn:microsoft.com/office/officeart/2005/8/layout/hierarchy3"/>
    <dgm:cxn modelId="{81498F82-CC14-43A0-8403-78CD0464A9EA}" srcId="{3F1DD6E9-0056-46D2-9B6C-B8C26C50F11A}" destId="{1F585B38-C051-4D33-ABBD-D69256CC1C65}" srcOrd="0" destOrd="0" parTransId="{0E46591A-8004-4BC1-8F22-645B3D2CB32D}" sibTransId="{4DFD275F-3F61-445D-B1D1-D732536A0E0C}"/>
    <dgm:cxn modelId="{C10B178F-3066-4834-9E1D-73CB902936D2}" srcId="{3F1DD6E9-0056-46D2-9B6C-B8C26C50F11A}" destId="{3823CA75-08CC-4EC2-9327-E960556A2DE1}" srcOrd="1" destOrd="0" parTransId="{721FEBF5-90BB-4D49-9EFF-85FC27C8F42E}" sibTransId="{C7057A46-DA24-44AC-939F-C4B03D182979}"/>
    <dgm:cxn modelId="{6E597C9F-AEB0-4B96-B9D9-561211911CAE}" type="presOf" srcId="{D6547371-E007-4F7C-9C4C-4F49A5F9A810}" destId="{0217182C-84DB-462B-A6CD-BF5C3857882E}" srcOrd="0" destOrd="0" presId="urn:microsoft.com/office/officeart/2005/8/layout/hierarchy3"/>
    <dgm:cxn modelId="{ACF815A0-49EA-4CCA-947B-F0E72FE42ADA}" type="presOf" srcId="{FEF1D577-1957-4732-8B3F-C8E3B32764F5}" destId="{CB68481E-CD1D-4A71-8881-77CD327AB37D}" srcOrd="0" destOrd="0" presId="urn:microsoft.com/office/officeart/2005/8/layout/hierarchy3"/>
    <dgm:cxn modelId="{D3C732A5-B771-43E0-8071-2762F2EE174E}" type="presOf" srcId="{13A77DB5-58D8-4E74-9A4E-BCB9D8663880}" destId="{75231C36-1F61-4235-AE3E-ECA6A60C4E20}" srcOrd="0" destOrd="0" presId="urn:microsoft.com/office/officeart/2005/8/layout/hierarchy3"/>
    <dgm:cxn modelId="{7BCCC0A5-F1AE-48DA-BD49-A9D0FE63F660}" type="presOf" srcId="{56FD641F-0004-431D-8559-A1D812107F7D}" destId="{AF530C4E-2EF7-4929-9B3B-983CD2BEFB9D}" srcOrd="1" destOrd="0" presId="urn:microsoft.com/office/officeart/2005/8/layout/hierarchy3"/>
    <dgm:cxn modelId="{096BE0A8-83C2-44EC-A2FE-EDC011BD9D28}" srcId="{56FD641F-0004-431D-8559-A1D812107F7D}" destId="{65F0AA41-F9AF-4965-A2C9-572764FBABFC}" srcOrd="1" destOrd="0" parTransId="{40904202-0A2B-44A8-BBBE-827A5A6C0FBB}" sibTransId="{BD90156D-4B19-4E35-8550-CC9091E97006}"/>
    <dgm:cxn modelId="{D9820AB4-AE98-490F-AD75-90EAB635B6A7}" srcId="{80C6C673-FCC7-47F3-8B63-E8412B1249DF}" destId="{841C24D3-DE89-4546-8227-3EDC5058C94A}" srcOrd="0" destOrd="0" parTransId="{5D70A118-D431-426A-9D7E-8EB6A1C21BBD}" sibTransId="{45FD53B5-F419-443C-920E-BCE19AECB9B7}"/>
    <dgm:cxn modelId="{8B2597D0-52A7-4CA5-A7DF-A1582620EE7B}" type="presOf" srcId="{71B33A9C-D10F-44B2-B800-214C8F37F635}" destId="{884D0FEA-38D6-4298-83E9-7CB06345E7AA}" srcOrd="0" destOrd="0" presId="urn:microsoft.com/office/officeart/2005/8/layout/hierarchy3"/>
    <dgm:cxn modelId="{742CD1D9-2DD7-4DA1-9034-6E91C06CDEBA}" srcId="{BF1BEDE7-0052-4F5D-9894-D636BFC5E2ED}" destId="{9B100860-0592-4E70-B5F5-28AE372096F8}" srcOrd="0" destOrd="0" parTransId="{6D427255-073D-41A0-AD5E-BF7C458BD8C9}" sibTransId="{37980293-4237-45DD-AB31-BEA3E03A1F0D}"/>
    <dgm:cxn modelId="{5316CFDC-D474-404C-A318-BEAE679B5DF2}" type="presOf" srcId="{80C6C673-FCC7-47F3-8B63-E8412B1249DF}" destId="{31EAA847-4888-421A-95A8-FBE46F5D4300}" srcOrd="0" destOrd="0" presId="urn:microsoft.com/office/officeart/2005/8/layout/hierarchy3"/>
    <dgm:cxn modelId="{A89FF8DE-20DE-4A34-BEC3-9525BDE462C7}" srcId="{1F585B38-C051-4D33-ABBD-D69256CC1C65}" destId="{FEF1D577-1957-4732-8B3F-C8E3B32764F5}" srcOrd="1" destOrd="0" parTransId="{9F30924D-2052-478C-8417-F066988E76B9}" sibTransId="{C526F531-61DD-4404-BA3C-6A38D188A301}"/>
    <dgm:cxn modelId="{E1AA1DE1-7B83-42BE-96DA-1485049F7CA6}" type="presOf" srcId="{56FD641F-0004-431D-8559-A1D812107F7D}" destId="{CA6B8C35-B149-4D12-9718-86B0BDB9E8CF}" srcOrd="0" destOrd="0" presId="urn:microsoft.com/office/officeart/2005/8/layout/hierarchy3"/>
    <dgm:cxn modelId="{CF2124E9-910E-4C92-9386-3E6B660CF871}" type="presOf" srcId="{FDC47CA6-7EF9-449C-9461-A9F135B492CE}" destId="{76431C72-BE56-4201-AFE7-C4D53586383C}" srcOrd="0" destOrd="0" presId="urn:microsoft.com/office/officeart/2005/8/layout/hierarchy3"/>
    <dgm:cxn modelId="{5B0B69F0-B104-43F9-B096-D28A194D4E64}" type="presOf" srcId="{75DADFDE-6E0C-4FE3-BCF1-352FF11259BF}" destId="{D77CE51A-C9E3-4F29-9021-2C409C244B3B}" srcOrd="0" destOrd="0" presId="urn:microsoft.com/office/officeart/2005/8/layout/hierarchy3"/>
    <dgm:cxn modelId="{AF8009FE-CC8E-4712-91AF-678F0828D4FF}" type="presOf" srcId="{9B100860-0592-4E70-B5F5-28AE372096F8}" destId="{B3B4B741-46D2-4D26-BD7A-2A43623A8B2E}" srcOrd="0" destOrd="0" presId="urn:microsoft.com/office/officeart/2005/8/layout/hierarchy3"/>
    <dgm:cxn modelId="{5B7F79D1-C054-4E9A-927A-1745F0656D23}" type="presParOf" srcId="{2139DC4A-2EAC-417E-A774-3B69FC1FB5E4}" destId="{8E47861A-0482-481A-AB92-EA0A8A0BBD30}" srcOrd="0" destOrd="0" presId="urn:microsoft.com/office/officeart/2005/8/layout/hierarchy3"/>
    <dgm:cxn modelId="{689502D7-2204-416B-8B59-F4B688DF39A0}" type="presParOf" srcId="{8E47861A-0482-481A-AB92-EA0A8A0BBD30}" destId="{4EF42D70-18BD-446E-B59A-26BB0BE0CB1D}" srcOrd="0" destOrd="0" presId="urn:microsoft.com/office/officeart/2005/8/layout/hierarchy3"/>
    <dgm:cxn modelId="{549B5931-D5FD-405D-A09C-C5B3F7283B0F}" type="presParOf" srcId="{4EF42D70-18BD-446E-B59A-26BB0BE0CB1D}" destId="{7CE60DF7-73F2-49B3-8D29-A8118B96B93E}" srcOrd="0" destOrd="0" presId="urn:microsoft.com/office/officeart/2005/8/layout/hierarchy3"/>
    <dgm:cxn modelId="{8B925F9C-9C88-42A6-ACA2-F022B574E5DD}" type="presParOf" srcId="{4EF42D70-18BD-446E-B59A-26BB0BE0CB1D}" destId="{BBEE6688-0630-44A8-B5D2-CFB872DF5D8A}" srcOrd="1" destOrd="0" presId="urn:microsoft.com/office/officeart/2005/8/layout/hierarchy3"/>
    <dgm:cxn modelId="{E6A6CF3E-6192-4555-83F1-E4FFC0CDBC2D}" type="presParOf" srcId="{8E47861A-0482-481A-AB92-EA0A8A0BBD30}" destId="{0311DC2F-1986-4748-9319-E90A7C79E98F}" srcOrd="1" destOrd="0" presId="urn:microsoft.com/office/officeart/2005/8/layout/hierarchy3"/>
    <dgm:cxn modelId="{DEB8EF1B-4F22-4682-A241-93AD3B312E83}" type="presParOf" srcId="{0311DC2F-1986-4748-9319-E90A7C79E98F}" destId="{6096F71D-A73A-4277-A33A-27329D4D431C}" srcOrd="0" destOrd="0" presId="urn:microsoft.com/office/officeart/2005/8/layout/hierarchy3"/>
    <dgm:cxn modelId="{94551C37-D736-496C-A71C-D618D6B2F759}" type="presParOf" srcId="{0311DC2F-1986-4748-9319-E90A7C79E98F}" destId="{31EAA847-4888-421A-95A8-FBE46F5D4300}" srcOrd="1" destOrd="0" presId="urn:microsoft.com/office/officeart/2005/8/layout/hierarchy3"/>
    <dgm:cxn modelId="{193976C7-0BC9-440E-AA6D-D1EAB1F50B75}" type="presParOf" srcId="{0311DC2F-1986-4748-9319-E90A7C79E98F}" destId="{63E25BD9-7AE3-460A-B11D-07DDB8D2A0A0}" srcOrd="2" destOrd="0" presId="urn:microsoft.com/office/officeart/2005/8/layout/hierarchy3"/>
    <dgm:cxn modelId="{2029C2D7-CFCA-4671-BB30-9A12F988FF1F}" type="presParOf" srcId="{0311DC2F-1986-4748-9319-E90A7C79E98F}" destId="{CB68481E-CD1D-4A71-8881-77CD327AB37D}" srcOrd="3" destOrd="0" presId="urn:microsoft.com/office/officeart/2005/8/layout/hierarchy3"/>
    <dgm:cxn modelId="{464BF1F9-3B55-4F24-8F89-469874A220BC}" type="presParOf" srcId="{2139DC4A-2EAC-417E-A774-3B69FC1FB5E4}" destId="{109338E3-A140-41D2-A0EC-78F795963250}" srcOrd="1" destOrd="0" presId="urn:microsoft.com/office/officeart/2005/8/layout/hierarchy3"/>
    <dgm:cxn modelId="{F851CD1A-2DDB-40F1-B642-C7A4CE857ECD}" type="presParOf" srcId="{109338E3-A140-41D2-A0EC-78F795963250}" destId="{928373CC-7836-4B21-8CBC-014FECA5CBAD}" srcOrd="0" destOrd="0" presId="urn:microsoft.com/office/officeart/2005/8/layout/hierarchy3"/>
    <dgm:cxn modelId="{F8AE519C-11E4-4CB8-8FFE-6572B5F2F1C7}" type="presParOf" srcId="{928373CC-7836-4B21-8CBC-014FECA5CBAD}" destId="{8FE9DF0E-81A8-4DC9-A1EB-18DEDA4FC0E3}" srcOrd="0" destOrd="0" presId="urn:microsoft.com/office/officeart/2005/8/layout/hierarchy3"/>
    <dgm:cxn modelId="{67858C96-3F07-4B7C-9090-620944037210}" type="presParOf" srcId="{928373CC-7836-4B21-8CBC-014FECA5CBAD}" destId="{B31A4B14-6303-4E49-94AF-AEC78E0C7D5D}" srcOrd="1" destOrd="0" presId="urn:microsoft.com/office/officeart/2005/8/layout/hierarchy3"/>
    <dgm:cxn modelId="{08D8C017-9351-43A8-8E27-C3BBD851A05C}" type="presParOf" srcId="{109338E3-A140-41D2-A0EC-78F795963250}" destId="{C66615BD-953B-41CA-B588-DDAFACC77254}" srcOrd="1" destOrd="0" presId="urn:microsoft.com/office/officeart/2005/8/layout/hierarchy3"/>
    <dgm:cxn modelId="{53E9216F-74FE-4083-B2AD-0F56918B2167}" type="presParOf" srcId="{C66615BD-953B-41CA-B588-DDAFACC77254}" destId="{76431C72-BE56-4201-AFE7-C4D53586383C}" srcOrd="0" destOrd="0" presId="urn:microsoft.com/office/officeart/2005/8/layout/hierarchy3"/>
    <dgm:cxn modelId="{22F916FA-71ED-48CE-A231-FAA801E909A6}" type="presParOf" srcId="{C66615BD-953B-41CA-B588-DDAFACC77254}" destId="{D77CE51A-C9E3-4F29-9021-2C409C244B3B}" srcOrd="1" destOrd="0" presId="urn:microsoft.com/office/officeart/2005/8/layout/hierarchy3"/>
    <dgm:cxn modelId="{C223CAED-5D6E-412E-954C-5494A076E43F}" type="presParOf" srcId="{C66615BD-953B-41CA-B588-DDAFACC77254}" destId="{884D0FEA-38D6-4298-83E9-7CB06345E7AA}" srcOrd="2" destOrd="0" presId="urn:microsoft.com/office/officeart/2005/8/layout/hierarchy3"/>
    <dgm:cxn modelId="{BF08010B-8B09-4828-9B91-6514A078CDFC}" type="presParOf" srcId="{C66615BD-953B-41CA-B588-DDAFACC77254}" destId="{18C5F4E8-5913-4EB4-9A0D-E3CA6F8E24EE}" srcOrd="3" destOrd="0" presId="urn:microsoft.com/office/officeart/2005/8/layout/hierarchy3"/>
    <dgm:cxn modelId="{AA05D473-DA91-4EF3-A1DD-D618F1BA39E4}" type="presParOf" srcId="{2139DC4A-2EAC-417E-A774-3B69FC1FB5E4}" destId="{8C2A1FAE-C754-4AC1-BA4E-98FBCC9D5BE7}" srcOrd="2" destOrd="0" presId="urn:microsoft.com/office/officeart/2005/8/layout/hierarchy3"/>
    <dgm:cxn modelId="{76669B5C-7014-4347-AEE6-842968DE7CAF}" type="presParOf" srcId="{8C2A1FAE-C754-4AC1-BA4E-98FBCC9D5BE7}" destId="{DBF727BA-4BA1-4940-97C5-7BB709DA7FED}" srcOrd="0" destOrd="0" presId="urn:microsoft.com/office/officeart/2005/8/layout/hierarchy3"/>
    <dgm:cxn modelId="{C90DF8B8-A116-480C-B73F-0AAE057E88B4}" type="presParOf" srcId="{DBF727BA-4BA1-4940-97C5-7BB709DA7FED}" destId="{CA6B8C35-B149-4D12-9718-86B0BDB9E8CF}" srcOrd="0" destOrd="0" presId="urn:microsoft.com/office/officeart/2005/8/layout/hierarchy3"/>
    <dgm:cxn modelId="{788C0359-D36E-4CCA-82DB-5914D146E21B}" type="presParOf" srcId="{DBF727BA-4BA1-4940-97C5-7BB709DA7FED}" destId="{AF530C4E-2EF7-4929-9B3B-983CD2BEFB9D}" srcOrd="1" destOrd="0" presId="urn:microsoft.com/office/officeart/2005/8/layout/hierarchy3"/>
    <dgm:cxn modelId="{94C2B51D-F23A-455B-8DFD-B987F364AAD3}" type="presParOf" srcId="{8C2A1FAE-C754-4AC1-BA4E-98FBCC9D5BE7}" destId="{16F6C439-9375-4590-8094-6A112120B151}" srcOrd="1" destOrd="0" presId="urn:microsoft.com/office/officeart/2005/8/layout/hierarchy3"/>
    <dgm:cxn modelId="{E2818826-7C0C-4793-BECD-578C9F0954B8}" type="presParOf" srcId="{16F6C439-9375-4590-8094-6A112120B151}" destId="{0217182C-84DB-462B-A6CD-BF5C3857882E}" srcOrd="0" destOrd="0" presId="urn:microsoft.com/office/officeart/2005/8/layout/hierarchy3"/>
    <dgm:cxn modelId="{85D5CFE4-8B81-422B-B9E1-986753E02C6E}" type="presParOf" srcId="{16F6C439-9375-4590-8094-6A112120B151}" destId="{5F036650-D68A-498D-84C4-713B89DE27FE}" srcOrd="1" destOrd="0" presId="urn:microsoft.com/office/officeart/2005/8/layout/hierarchy3"/>
    <dgm:cxn modelId="{64E66C36-1B02-4B4F-91E9-0B762F7E1366}" type="presParOf" srcId="{16F6C439-9375-4590-8094-6A112120B151}" destId="{FD2616D3-84D4-48C3-9179-01ED16B493E4}" srcOrd="2" destOrd="0" presId="urn:microsoft.com/office/officeart/2005/8/layout/hierarchy3"/>
    <dgm:cxn modelId="{AC6065CF-6E1B-43BE-BE77-A2ADD6F77489}" type="presParOf" srcId="{16F6C439-9375-4590-8094-6A112120B151}" destId="{261B6979-C6B8-4329-91F5-2E7181BEBC38}" srcOrd="3" destOrd="0" presId="urn:microsoft.com/office/officeart/2005/8/layout/hierarchy3"/>
    <dgm:cxn modelId="{FD559EE9-F014-4573-975B-305D1927350E}" type="presParOf" srcId="{2139DC4A-2EAC-417E-A774-3B69FC1FB5E4}" destId="{4D710DE4-EF1F-433A-86FB-580B3BE03C56}" srcOrd="3" destOrd="0" presId="urn:microsoft.com/office/officeart/2005/8/layout/hierarchy3"/>
    <dgm:cxn modelId="{7DD3514C-4D39-44FF-A380-C3E3232451C1}" type="presParOf" srcId="{4D710DE4-EF1F-433A-86FB-580B3BE03C56}" destId="{E3D128CE-8C16-40C9-A359-BA1C6A50FECF}" srcOrd="0" destOrd="0" presId="urn:microsoft.com/office/officeart/2005/8/layout/hierarchy3"/>
    <dgm:cxn modelId="{F21557B2-FD4A-4A1E-A9EC-B35E5FC00098}" type="presParOf" srcId="{E3D128CE-8C16-40C9-A359-BA1C6A50FECF}" destId="{BE8D6982-AC4C-4D36-ABC5-2EBA1C5FB217}" srcOrd="0" destOrd="0" presId="urn:microsoft.com/office/officeart/2005/8/layout/hierarchy3"/>
    <dgm:cxn modelId="{1E2FBA10-CE3D-489F-8006-B4DBAB8BBD8C}" type="presParOf" srcId="{E3D128CE-8C16-40C9-A359-BA1C6A50FECF}" destId="{89E5CFE0-4D04-495D-85E0-A8E14E00FF80}" srcOrd="1" destOrd="0" presId="urn:microsoft.com/office/officeart/2005/8/layout/hierarchy3"/>
    <dgm:cxn modelId="{9436381E-F747-4D69-9404-A6A3C82C14D2}" type="presParOf" srcId="{4D710DE4-EF1F-433A-86FB-580B3BE03C56}" destId="{0CCBC09C-BB0D-4303-ABE2-712AFEC64F2C}" srcOrd="1" destOrd="0" presId="urn:microsoft.com/office/officeart/2005/8/layout/hierarchy3"/>
    <dgm:cxn modelId="{CACE835F-A86A-4D83-945F-2DC275F43488}" type="presParOf" srcId="{0CCBC09C-BB0D-4303-ABE2-712AFEC64F2C}" destId="{CD5C4D34-F0B4-4CEC-836B-ADCF09760B19}" srcOrd="0" destOrd="0" presId="urn:microsoft.com/office/officeart/2005/8/layout/hierarchy3"/>
    <dgm:cxn modelId="{B4E5384B-78AF-4DC8-AF2F-9DE8EAAF3225}" type="presParOf" srcId="{0CCBC09C-BB0D-4303-ABE2-712AFEC64F2C}" destId="{B3B4B741-46D2-4D26-BD7A-2A43623A8B2E}" srcOrd="1" destOrd="0" presId="urn:microsoft.com/office/officeart/2005/8/layout/hierarchy3"/>
    <dgm:cxn modelId="{8D8C34AB-8A7E-4026-AF63-4B448689BC48}" type="presParOf" srcId="{0CCBC09C-BB0D-4303-ABE2-712AFEC64F2C}" destId="{8F6C9A55-0001-4555-A094-2566D5979016}" srcOrd="2" destOrd="0" presId="urn:microsoft.com/office/officeart/2005/8/layout/hierarchy3"/>
    <dgm:cxn modelId="{4A19D582-25AA-44C1-804C-F1DE931CA301}" type="presParOf" srcId="{0CCBC09C-BB0D-4303-ABE2-712AFEC64F2C}" destId="{75231C36-1F61-4235-AE3E-ECA6A60C4E2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15B4F9-1D9B-4380-9949-6B36CAF6654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BB1E4556-38A7-4CC8-BC48-20F64A2D8C63}">
      <dgm:prSet phldrT="[Texto]"/>
      <dgm:spPr>
        <a:solidFill>
          <a:schemeClr val="accent3">
            <a:lumMod val="60000"/>
            <a:lumOff val="40000"/>
          </a:schemeClr>
        </a:solidFill>
        <a:ln>
          <a:solidFill>
            <a:schemeClr val="accent3">
              <a:lumMod val="20000"/>
              <a:lumOff val="80000"/>
            </a:schemeClr>
          </a:solidFill>
        </a:ln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s-MX" dirty="0"/>
            <a:t>Si Paciente solicita perfil lipídico completo</a:t>
          </a:r>
          <a:endParaRPr lang="es-CO" dirty="0"/>
        </a:p>
      </dgm:t>
    </dgm:pt>
    <dgm:pt modelId="{F309E7D1-410A-4032-ADB2-98317EF2FBB4}" type="parTrans" cxnId="{543B501B-7850-475A-A9E3-44DB37A230AF}">
      <dgm:prSet/>
      <dgm:spPr/>
      <dgm:t>
        <a:bodyPr/>
        <a:lstStyle/>
        <a:p>
          <a:endParaRPr lang="es-CO"/>
        </a:p>
      </dgm:t>
    </dgm:pt>
    <dgm:pt modelId="{A54276C8-49BC-457E-B5F5-FB825BFEB835}" type="sibTrans" cxnId="{543B501B-7850-475A-A9E3-44DB37A230AF}">
      <dgm:prSet/>
      <dgm:spPr/>
      <dgm:t>
        <a:bodyPr/>
        <a:lstStyle/>
        <a:p>
          <a:endParaRPr lang="es-CO"/>
        </a:p>
      </dgm:t>
    </dgm:pt>
    <dgm:pt modelId="{80DD56EB-867F-40F5-A95E-316BE1180D6D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MX" sz="1800" b="1" dirty="0"/>
            <a:t>Ingresar  los Cups:</a:t>
          </a:r>
        </a:p>
        <a:p>
          <a:pPr>
            <a:lnSpc>
              <a:spcPct val="100000"/>
            </a:lnSpc>
          </a:pPr>
          <a:r>
            <a:rPr lang="es-CO" sz="1600" dirty="0"/>
            <a:t>903815 </a:t>
          </a:r>
          <a:r>
            <a:rPr lang="es-ES" sz="1600" dirty="0"/>
            <a:t>COLESTEROL DE ALTA DENSIDAD HDL</a:t>
          </a:r>
        </a:p>
        <a:p>
          <a:pPr>
            <a:lnSpc>
              <a:spcPct val="100000"/>
            </a:lnSpc>
          </a:pPr>
          <a:r>
            <a:rPr lang="es-CO" sz="1600" dirty="0"/>
            <a:t>903818 COLESTEROL TOTAL</a:t>
          </a:r>
        </a:p>
        <a:p>
          <a:pPr>
            <a:lnSpc>
              <a:spcPct val="100000"/>
            </a:lnSpc>
          </a:pPr>
          <a:r>
            <a:rPr lang="es-CO" sz="1600" dirty="0"/>
            <a:t>903868 TRIGLICERIDOS</a:t>
          </a:r>
        </a:p>
        <a:p>
          <a:pPr>
            <a:lnSpc>
              <a:spcPct val="100000"/>
            </a:lnSpc>
          </a:pPr>
          <a:r>
            <a:rPr lang="es-CO" sz="1600" dirty="0"/>
            <a:t>903817 </a:t>
          </a:r>
          <a:r>
            <a:rPr lang="es-ES" sz="1600" dirty="0"/>
            <a:t>COLESTEROL DE BAJA DENSIDAD LDL AUTOM</a:t>
          </a:r>
          <a:endParaRPr lang="es-CO" sz="1400" dirty="0"/>
        </a:p>
      </dgm:t>
    </dgm:pt>
    <dgm:pt modelId="{0C864DA6-F612-41FA-BD59-E8395850F2C1}" type="parTrans" cxnId="{A1CD5893-060E-4250-9E1A-7E4BCD1D4E6D}">
      <dgm:prSet/>
      <dgm:spPr/>
      <dgm:t>
        <a:bodyPr/>
        <a:lstStyle/>
        <a:p>
          <a:endParaRPr lang="es-CO"/>
        </a:p>
      </dgm:t>
    </dgm:pt>
    <dgm:pt modelId="{CCB9F4DC-8C2B-486E-8FA3-00985313055A}" type="sibTrans" cxnId="{A1CD5893-060E-4250-9E1A-7E4BCD1D4E6D}">
      <dgm:prSet/>
      <dgm:spPr/>
      <dgm:t>
        <a:bodyPr/>
        <a:lstStyle/>
        <a:p>
          <a:endParaRPr lang="es-CO"/>
        </a:p>
      </dgm:t>
    </dgm:pt>
    <dgm:pt modelId="{8DD746CD-2D3B-473A-8040-195E18474D88}">
      <dgm:prSet phldrT="[Texto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s-MX" dirty="0"/>
            <a:t>Si solicita prestaciones por separado </a:t>
          </a:r>
          <a:endParaRPr lang="es-CO" dirty="0"/>
        </a:p>
      </dgm:t>
    </dgm:pt>
    <dgm:pt modelId="{75BFEF4A-ED7C-4287-92F9-178628E43D01}" type="parTrans" cxnId="{EE6C78B1-37FB-4E1F-97A6-0AE2EA9693DC}">
      <dgm:prSet/>
      <dgm:spPr/>
      <dgm:t>
        <a:bodyPr/>
        <a:lstStyle/>
        <a:p>
          <a:endParaRPr lang="es-CO"/>
        </a:p>
      </dgm:t>
    </dgm:pt>
    <dgm:pt modelId="{D775BDD0-EF98-450F-8598-7789B32890D6}" type="sibTrans" cxnId="{EE6C78B1-37FB-4E1F-97A6-0AE2EA9693DC}">
      <dgm:prSet/>
      <dgm:spPr/>
      <dgm:t>
        <a:bodyPr/>
        <a:lstStyle/>
        <a:p>
          <a:endParaRPr lang="es-CO"/>
        </a:p>
      </dgm:t>
    </dgm:pt>
    <dgm:pt modelId="{959CB00A-E367-48AC-91C2-9D892FEE8C6E}">
      <dgm:prSet phldrT="[Texto]" custT="1"/>
      <dgm:spPr/>
      <dgm:t>
        <a:bodyPr/>
        <a:lstStyle/>
        <a:p>
          <a:pPr>
            <a:lnSpc>
              <a:spcPct val="100000"/>
            </a:lnSpc>
          </a:pPr>
          <a:r>
            <a:rPr lang="es-MX" sz="1600" dirty="0"/>
            <a:t>Se ingresa lo que el paciente requiere </a:t>
          </a:r>
          <a:endParaRPr lang="es-CO" sz="1600" dirty="0"/>
        </a:p>
      </dgm:t>
    </dgm:pt>
    <dgm:pt modelId="{AFC7D1C7-9D14-42E5-AF34-F8CAEECA9D33}" type="parTrans" cxnId="{506CC876-574D-4255-B463-EE8AB126742F}">
      <dgm:prSet/>
      <dgm:spPr/>
      <dgm:t>
        <a:bodyPr/>
        <a:lstStyle/>
        <a:p>
          <a:endParaRPr lang="es-CO"/>
        </a:p>
      </dgm:t>
    </dgm:pt>
    <dgm:pt modelId="{56D37D19-405E-45D4-B90D-724DEE544891}" type="sibTrans" cxnId="{506CC876-574D-4255-B463-EE8AB126742F}">
      <dgm:prSet/>
      <dgm:spPr/>
      <dgm:t>
        <a:bodyPr/>
        <a:lstStyle/>
        <a:p>
          <a:endParaRPr lang="es-CO"/>
        </a:p>
      </dgm:t>
    </dgm:pt>
    <dgm:pt modelId="{B6676EB2-B64F-47EC-ABEC-133BCCD9D3F7}">
      <dgm:prSet phldrT="[Texto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s-MX" dirty="0"/>
            <a:t>Si solicita colesterol LDL  de Baja Densidad </a:t>
          </a:r>
          <a:endParaRPr lang="es-CO" dirty="0"/>
        </a:p>
      </dgm:t>
    </dgm:pt>
    <dgm:pt modelId="{7EEC4EB6-27C5-4B11-9DE8-F59000AC2298}" type="parTrans" cxnId="{F2CEAD95-4303-4041-8AC6-8E768336D30B}">
      <dgm:prSet/>
      <dgm:spPr/>
      <dgm:t>
        <a:bodyPr/>
        <a:lstStyle/>
        <a:p>
          <a:endParaRPr lang="es-CO"/>
        </a:p>
      </dgm:t>
    </dgm:pt>
    <dgm:pt modelId="{CE78049A-CA1E-4F8D-995E-8D00F51C3F1F}" type="sibTrans" cxnId="{F2CEAD95-4303-4041-8AC6-8E768336D30B}">
      <dgm:prSet/>
      <dgm:spPr/>
      <dgm:t>
        <a:bodyPr/>
        <a:lstStyle/>
        <a:p>
          <a:endParaRPr lang="es-CO"/>
        </a:p>
      </dgm:t>
    </dgm:pt>
    <dgm:pt modelId="{923D5C18-7FCB-48ED-8FA0-35163F5298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MX" sz="1600" b="1" dirty="0"/>
            <a:t>Se debe ingresar siempre el Cups </a:t>
          </a:r>
        </a:p>
        <a:p>
          <a:pPr>
            <a:lnSpc>
              <a:spcPct val="100000"/>
            </a:lnSpc>
          </a:pPr>
          <a:r>
            <a:rPr lang="es-MX" sz="1600" b="1" dirty="0"/>
            <a:t> </a:t>
          </a:r>
          <a:r>
            <a:rPr lang="es-CO" sz="1600" b="1" dirty="0">
              <a:highlight>
                <a:srgbClr val="FFFF00"/>
              </a:highlight>
            </a:rPr>
            <a:t>*903817 </a:t>
          </a:r>
          <a:r>
            <a:rPr lang="es-ES" sz="1600" dirty="0"/>
            <a:t>COLESTEROL DE BAJA DENSIDAD LDL AUTOM</a:t>
          </a:r>
          <a:endParaRPr lang="es-CO" sz="1600" dirty="0"/>
        </a:p>
      </dgm:t>
    </dgm:pt>
    <dgm:pt modelId="{D379BC4A-73F6-43C6-94BF-05F9959352CC}" type="parTrans" cxnId="{C8E49195-B812-4CAD-B311-E7DE0F0FA965}">
      <dgm:prSet/>
      <dgm:spPr/>
      <dgm:t>
        <a:bodyPr/>
        <a:lstStyle/>
        <a:p>
          <a:endParaRPr lang="es-CO"/>
        </a:p>
      </dgm:t>
    </dgm:pt>
    <dgm:pt modelId="{659F6077-7E59-48A1-975F-8F56A89112CF}" type="sibTrans" cxnId="{C8E49195-B812-4CAD-B311-E7DE0F0FA965}">
      <dgm:prSet/>
      <dgm:spPr/>
      <dgm:t>
        <a:bodyPr/>
        <a:lstStyle/>
        <a:p>
          <a:endParaRPr lang="es-CO"/>
        </a:p>
      </dgm:t>
    </dgm:pt>
    <dgm:pt modelId="{22A3D24F-175E-459F-80F5-CD63BEF82E45}" type="pres">
      <dgm:prSet presAssocID="{6415B4F9-1D9B-4380-9949-6B36CAF6654F}" presName="linear" presStyleCnt="0">
        <dgm:presLayoutVars>
          <dgm:dir/>
          <dgm:animLvl val="lvl"/>
          <dgm:resizeHandles val="exact"/>
        </dgm:presLayoutVars>
      </dgm:prSet>
      <dgm:spPr/>
    </dgm:pt>
    <dgm:pt modelId="{E05DF11E-8239-4973-A6F7-991FC17F7266}" type="pres">
      <dgm:prSet presAssocID="{BB1E4556-38A7-4CC8-BC48-20F64A2D8C63}" presName="parentLin" presStyleCnt="0"/>
      <dgm:spPr/>
    </dgm:pt>
    <dgm:pt modelId="{13D8A9D1-8191-483A-8131-F5D260B47DA9}" type="pres">
      <dgm:prSet presAssocID="{BB1E4556-38A7-4CC8-BC48-20F64A2D8C63}" presName="parentLeftMargin" presStyleLbl="node1" presStyleIdx="0" presStyleCnt="3"/>
      <dgm:spPr/>
    </dgm:pt>
    <dgm:pt modelId="{5F0D95D4-18E0-4A1F-BEA4-F5956485344E}" type="pres">
      <dgm:prSet presAssocID="{BB1E4556-38A7-4CC8-BC48-20F64A2D8C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CEFC156-4B39-443C-A577-0CA7B689A22D}" type="pres">
      <dgm:prSet presAssocID="{BB1E4556-38A7-4CC8-BC48-20F64A2D8C63}" presName="negativeSpace" presStyleCnt="0"/>
      <dgm:spPr/>
    </dgm:pt>
    <dgm:pt modelId="{64A0F203-D9F0-4605-AADA-8EC606294901}" type="pres">
      <dgm:prSet presAssocID="{BB1E4556-38A7-4CC8-BC48-20F64A2D8C63}" presName="childText" presStyleLbl="conFgAcc1" presStyleIdx="0" presStyleCnt="3" custLinFactY="-3544" custLinFactNeighborX="4948" custLinFactNeighborY="-100000">
        <dgm:presLayoutVars>
          <dgm:bulletEnabled val="1"/>
        </dgm:presLayoutVars>
      </dgm:prSet>
      <dgm:spPr/>
    </dgm:pt>
    <dgm:pt modelId="{CD9F45AF-C114-4F3E-84C9-6B72EBCFE9A8}" type="pres">
      <dgm:prSet presAssocID="{A54276C8-49BC-457E-B5F5-FB825BFEB835}" presName="spaceBetweenRectangles" presStyleCnt="0"/>
      <dgm:spPr/>
    </dgm:pt>
    <dgm:pt modelId="{BB5891FD-E2F8-46D2-8019-FA6B340A4E96}" type="pres">
      <dgm:prSet presAssocID="{8DD746CD-2D3B-473A-8040-195E18474D88}" presName="parentLin" presStyleCnt="0"/>
      <dgm:spPr/>
    </dgm:pt>
    <dgm:pt modelId="{6FE12EE7-878C-4072-906D-71D216F12D56}" type="pres">
      <dgm:prSet presAssocID="{8DD746CD-2D3B-473A-8040-195E18474D88}" presName="parentLeftMargin" presStyleLbl="node1" presStyleIdx="0" presStyleCnt="3"/>
      <dgm:spPr/>
    </dgm:pt>
    <dgm:pt modelId="{E1447836-D903-4DC7-8A8B-FF4B15970A0A}" type="pres">
      <dgm:prSet presAssocID="{8DD746CD-2D3B-473A-8040-195E18474D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66B706E-A4F5-4A99-8119-79BDB0E3A675}" type="pres">
      <dgm:prSet presAssocID="{8DD746CD-2D3B-473A-8040-195E18474D88}" presName="negativeSpace" presStyleCnt="0"/>
      <dgm:spPr/>
    </dgm:pt>
    <dgm:pt modelId="{0AF4519F-4619-4826-B871-6A6FEF86F740}" type="pres">
      <dgm:prSet presAssocID="{8DD746CD-2D3B-473A-8040-195E18474D88}" presName="childText" presStyleLbl="conFgAcc1" presStyleIdx="1" presStyleCnt="3">
        <dgm:presLayoutVars>
          <dgm:bulletEnabled val="1"/>
        </dgm:presLayoutVars>
      </dgm:prSet>
      <dgm:spPr/>
    </dgm:pt>
    <dgm:pt modelId="{F18C3369-9936-44D6-B2C3-79E709688490}" type="pres">
      <dgm:prSet presAssocID="{D775BDD0-EF98-450F-8598-7789B32890D6}" presName="spaceBetweenRectangles" presStyleCnt="0"/>
      <dgm:spPr/>
    </dgm:pt>
    <dgm:pt modelId="{DB28B6B1-08E2-42AA-B574-0C7B60910970}" type="pres">
      <dgm:prSet presAssocID="{B6676EB2-B64F-47EC-ABEC-133BCCD9D3F7}" presName="parentLin" presStyleCnt="0"/>
      <dgm:spPr/>
    </dgm:pt>
    <dgm:pt modelId="{482F2A94-8A5F-4B77-9FCF-9C303CD5C262}" type="pres">
      <dgm:prSet presAssocID="{B6676EB2-B64F-47EC-ABEC-133BCCD9D3F7}" presName="parentLeftMargin" presStyleLbl="node1" presStyleIdx="1" presStyleCnt="3"/>
      <dgm:spPr/>
    </dgm:pt>
    <dgm:pt modelId="{E22C2AB5-ED75-4BD7-A71D-60F22C65BC49}" type="pres">
      <dgm:prSet presAssocID="{B6676EB2-B64F-47EC-ABEC-133BCCD9D3F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489B77E-9EED-4B2A-A09B-A486EDD45C04}" type="pres">
      <dgm:prSet presAssocID="{B6676EB2-B64F-47EC-ABEC-133BCCD9D3F7}" presName="negativeSpace" presStyleCnt="0"/>
      <dgm:spPr/>
    </dgm:pt>
    <dgm:pt modelId="{70C47A81-3376-4A32-A660-EBE0C195BDC3}" type="pres">
      <dgm:prSet presAssocID="{B6676EB2-B64F-47EC-ABEC-133BCCD9D3F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83EB00B-8EE1-422A-B474-A3C2FF4A85A1}" type="presOf" srcId="{8DD746CD-2D3B-473A-8040-195E18474D88}" destId="{E1447836-D903-4DC7-8A8B-FF4B15970A0A}" srcOrd="1" destOrd="0" presId="urn:microsoft.com/office/officeart/2005/8/layout/list1"/>
    <dgm:cxn modelId="{52A38010-BE84-478D-859A-A415F4C41CD8}" type="presOf" srcId="{6415B4F9-1D9B-4380-9949-6B36CAF6654F}" destId="{22A3D24F-175E-459F-80F5-CD63BEF82E45}" srcOrd="0" destOrd="0" presId="urn:microsoft.com/office/officeart/2005/8/layout/list1"/>
    <dgm:cxn modelId="{279F6414-8BB6-4133-AC05-E1AF3141DD94}" type="presOf" srcId="{BB1E4556-38A7-4CC8-BC48-20F64A2D8C63}" destId="{5F0D95D4-18E0-4A1F-BEA4-F5956485344E}" srcOrd="1" destOrd="0" presId="urn:microsoft.com/office/officeart/2005/8/layout/list1"/>
    <dgm:cxn modelId="{543B501B-7850-475A-A9E3-44DB37A230AF}" srcId="{6415B4F9-1D9B-4380-9949-6B36CAF6654F}" destId="{BB1E4556-38A7-4CC8-BC48-20F64A2D8C63}" srcOrd="0" destOrd="0" parTransId="{F309E7D1-410A-4032-ADB2-98317EF2FBB4}" sibTransId="{A54276C8-49BC-457E-B5F5-FB825BFEB835}"/>
    <dgm:cxn modelId="{C6D4B220-62EF-442D-BBD0-4E0A1F1A3FA7}" type="presOf" srcId="{B6676EB2-B64F-47EC-ABEC-133BCCD9D3F7}" destId="{E22C2AB5-ED75-4BD7-A71D-60F22C65BC49}" srcOrd="1" destOrd="0" presId="urn:microsoft.com/office/officeart/2005/8/layout/list1"/>
    <dgm:cxn modelId="{6663B920-72A4-4728-92DD-BCE86D8695F9}" type="presOf" srcId="{959CB00A-E367-48AC-91C2-9D892FEE8C6E}" destId="{0AF4519F-4619-4826-B871-6A6FEF86F740}" srcOrd="0" destOrd="0" presId="urn:microsoft.com/office/officeart/2005/8/layout/list1"/>
    <dgm:cxn modelId="{834BD34C-7740-40F3-A584-40467BF11E2E}" type="presOf" srcId="{8DD746CD-2D3B-473A-8040-195E18474D88}" destId="{6FE12EE7-878C-4072-906D-71D216F12D56}" srcOrd="0" destOrd="0" presId="urn:microsoft.com/office/officeart/2005/8/layout/list1"/>
    <dgm:cxn modelId="{54F34B50-3EE3-477D-84B5-0CA281577B48}" type="presOf" srcId="{923D5C18-7FCB-48ED-8FA0-35163F529807}" destId="{70C47A81-3376-4A32-A660-EBE0C195BDC3}" srcOrd="0" destOrd="0" presId="urn:microsoft.com/office/officeart/2005/8/layout/list1"/>
    <dgm:cxn modelId="{506CC876-574D-4255-B463-EE8AB126742F}" srcId="{8DD746CD-2D3B-473A-8040-195E18474D88}" destId="{959CB00A-E367-48AC-91C2-9D892FEE8C6E}" srcOrd="0" destOrd="0" parTransId="{AFC7D1C7-9D14-42E5-AF34-F8CAEECA9D33}" sibTransId="{56D37D19-405E-45D4-B90D-724DEE544891}"/>
    <dgm:cxn modelId="{F6133758-CC9F-4575-B4D0-A6F91A33D5B2}" type="presOf" srcId="{80DD56EB-867F-40F5-A95E-316BE1180D6D}" destId="{64A0F203-D9F0-4605-AADA-8EC606294901}" srcOrd="0" destOrd="0" presId="urn:microsoft.com/office/officeart/2005/8/layout/list1"/>
    <dgm:cxn modelId="{A1CD5893-060E-4250-9E1A-7E4BCD1D4E6D}" srcId="{BB1E4556-38A7-4CC8-BC48-20F64A2D8C63}" destId="{80DD56EB-867F-40F5-A95E-316BE1180D6D}" srcOrd="0" destOrd="0" parTransId="{0C864DA6-F612-41FA-BD59-E8395850F2C1}" sibTransId="{CCB9F4DC-8C2B-486E-8FA3-00985313055A}"/>
    <dgm:cxn modelId="{C8E49195-B812-4CAD-B311-E7DE0F0FA965}" srcId="{B6676EB2-B64F-47EC-ABEC-133BCCD9D3F7}" destId="{923D5C18-7FCB-48ED-8FA0-35163F529807}" srcOrd="0" destOrd="0" parTransId="{D379BC4A-73F6-43C6-94BF-05F9959352CC}" sibTransId="{659F6077-7E59-48A1-975F-8F56A89112CF}"/>
    <dgm:cxn modelId="{F2CEAD95-4303-4041-8AC6-8E768336D30B}" srcId="{6415B4F9-1D9B-4380-9949-6B36CAF6654F}" destId="{B6676EB2-B64F-47EC-ABEC-133BCCD9D3F7}" srcOrd="2" destOrd="0" parTransId="{7EEC4EB6-27C5-4B11-9DE8-F59000AC2298}" sibTransId="{CE78049A-CA1E-4F8D-995E-8D00F51C3F1F}"/>
    <dgm:cxn modelId="{EE6C78B1-37FB-4E1F-97A6-0AE2EA9693DC}" srcId="{6415B4F9-1D9B-4380-9949-6B36CAF6654F}" destId="{8DD746CD-2D3B-473A-8040-195E18474D88}" srcOrd="1" destOrd="0" parTransId="{75BFEF4A-ED7C-4287-92F9-178628E43D01}" sibTransId="{D775BDD0-EF98-450F-8598-7789B32890D6}"/>
    <dgm:cxn modelId="{B0BDA2D4-E988-4198-BA85-19D9E385BDF5}" type="presOf" srcId="{B6676EB2-B64F-47EC-ABEC-133BCCD9D3F7}" destId="{482F2A94-8A5F-4B77-9FCF-9C303CD5C262}" srcOrd="0" destOrd="0" presId="urn:microsoft.com/office/officeart/2005/8/layout/list1"/>
    <dgm:cxn modelId="{3BB75AFF-CB7D-4285-BB1C-4F87CF3DAFDA}" type="presOf" srcId="{BB1E4556-38A7-4CC8-BC48-20F64A2D8C63}" destId="{13D8A9D1-8191-483A-8131-F5D260B47DA9}" srcOrd="0" destOrd="0" presId="urn:microsoft.com/office/officeart/2005/8/layout/list1"/>
    <dgm:cxn modelId="{5C7E1552-1DCC-47EA-8925-6F30364FFD79}" type="presParOf" srcId="{22A3D24F-175E-459F-80F5-CD63BEF82E45}" destId="{E05DF11E-8239-4973-A6F7-991FC17F7266}" srcOrd="0" destOrd="0" presId="urn:microsoft.com/office/officeart/2005/8/layout/list1"/>
    <dgm:cxn modelId="{A938902B-53E8-49E2-A099-E44E21D198DF}" type="presParOf" srcId="{E05DF11E-8239-4973-A6F7-991FC17F7266}" destId="{13D8A9D1-8191-483A-8131-F5D260B47DA9}" srcOrd="0" destOrd="0" presId="urn:microsoft.com/office/officeart/2005/8/layout/list1"/>
    <dgm:cxn modelId="{378231BD-FD8F-4379-BE7A-89B2DCC90771}" type="presParOf" srcId="{E05DF11E-8239-4973-A6F7-991FC17F7266}" destId="{5F0D95D4-18E0-4A1F-BEA4-F5956485344E}" srcOrd="1" destOrd="0" presId="urn:microsoft.com/office/officeart/2005/8/layout/list1"/>
    <dgm:cxn modelId="{74E48B4E-53C0-45EE-AA4C-13BF4E0149F6}" type="presParOf" srcId="{22A3D24F-175E-459F-80F5-CD63BEF82E45}" destId="{7CEFC156-4B39-443C-A577-0CA7B689A22D}" srcOrd="1" destOrd="0" presId="urn:microsoft.com/office/officeart/2005/8/layout/list1"/>
    <dgm:cxn modelId="{5372D260-261C-464E-94EB-16EEAADED3F4}" type="presParOf" srcId="{22A3D24F-175E-459F-80F5-CD63BEF82E45}" destId="{64A0F203-D9F0-4605-AADA-8EC606294901}" srcOrd="2" destOrd="0" presId="urn:microsoft.com/office/officeart/2005/8/layout/list1"/>
    <dgm:cxn modelId="{8D237F50-F9A0-4553-A765-D350FC5920E3}" type="presParOf" srcId="{22A3D24F-175E-459F-80F5-CD63BEF82E45}" destId="{CD9F45AF-C114-4F3E-84C9-6B72EBCFE9A8}" srcOrd="3" destOrd="0" presId="urn:microsoft.com/office/officeart/2005/8/layout/list1"/>
    <dgm:cxn modelId="{8AF50955-5719-47A7-A0EE-BEB515D9DD83}" type="presParOf" srcId="{22A3D24F-175E-459F-80F5-CD63BEF82E45}" destId="{BB5891FD-E2F8-46D2-8019-FA6B340A4E96}" srcOrd="4" destOrd="0" presId="urn:microsoft.com/office/officeart/2005/8/layout/list1"/>
    <dgm:cxn modelId="{CA50AB3D-1C04-4EFF-B3BE-8702328D8E4A}" type="presParOf" srcId="{BB5891FD-E2F8-46D2-8019-FA6B340A4E96}" destId="{6FE12EE7-878C-4072-906D-71D216F12D56}" srcOrd="0" destOrd="0" presId="urn:microsoft.com/office/officeart/2005/8/layout/list1"/>
    <dgm:cxn modelId="{AA56F20E-A1B5-4A76-A8F2-EED1FD7A6296}" type="presParOf" srcId="{BB5891FD-E2F8-46D2-8019-FA6B340A4E96}" destId="{E1447836-D903-4DC7-8A8B-FF4B15970A0A}" srcOrd="1" destOrd="0" presId="urn:microsoft.com/office/officeart/2005/8/layout/list1"/>
    <dgm:cxn modelId="{1C19A031-6B5D-4422-AF9E-8A6FB1372A88}" type="presParOf" srcId="{22A3D24F-175E-459F-80F5-CD63BEF82E45}" destId="{966B706E-A4F5-4A99-8119-79BDB0E3A675}" srcOrd="5" destOrd="0" presId="urn:microsoft.com/office/officeart/2005/8/layout/list1"/>
    <dgm:cxn modelId="{0933C3F9-03F2-49CA-849D-A85508E4AD0B}" type="presParOf" srcId="{22A3D24F-175E-459F-80F5-CD63BEF82E45}" destId="{0AF4519F-4619-4826-B871-6A6FEF86F740}" srcOrd="6" destOrd="0" presId="urn:microsoft.com/office/officeart/2005/8/layout/list1"/>
    <dgm:cxn modelId="{36E6F97F-3533-40E9-B2B2-6AB0756A9FD8}" type="presParOf" srcId="{22A3D24F-175E-459F-80F5-CD63BEF82E45}" destId="{F18C3369-9936-44D6-B2C3-79E709688490}" srcOrd="7" destOrd="0" presId="urn:microsoft.com/office/officeart/2005/8/layout/list1"/>
    <dgm:cxn modelId="{7BD754D2-F51E-4A99-945E-6E9F635AF170}" type="presParOf" srcId="{22A3D24F-175E-459F-80F5-CD63BEF82E45}" destId="{DB28B6B1-08E2-42AA-B574-0C7B60910970}" srcOrd="8" destOrd="0" presId="urn:microsoft.com/office/officeart/2005/8/layout/list1"/>
    <dgm:cxn modelId="{7CC41676-54CB-4DD2-ACD1-647FBAD7F045}" type="presParOf" srcId="{DB28B6B1-08E2-42AA-B574-0C7B60910970}" destId="{482F2A94-8A5F-4B77-9FCF-9C303CD5C262}" srcOrd="0" destOrd="0" presId="urn:microsoft.com/office/officeart/2005/8/layout/list1"/>
    <dgm:cxn modelId="{0864E90C-6B5B-48EF-B4CC-9111957A370F}" type="presParOf" srcId="{DB28B6B1-08E2-42AA-B574-0C7B60910970}" destId="{E22C2AB5-ED75-4BD7-A71D-60F22C65BC49}" srcOrd="1" destOrd="0" presId="urn:microsoft.com/office/officeart/2005/8/layout/list1"/>
    <dgm:cxn modelId="{F543AE7D-6D81-4C42-9A7D-B833470F0291}" type="presParOf" srcId="{22A3D24F-175E-459F-80F5-CD63BEF82E45}" destId="{2489B77E-9EED-4B2A-A09B-A486EDD45C04}" srcOrd="9" destOrd="0" presId="urn:microsoft.com/office/officeart/2005/8/layout/list1"/>
    <dgm:cxn modelId="{4BB171F9-273D-45B1-A251-AD87265DCBA2}" type="presParOf" srcId="{22A3D24F-175E-459F-80F5-CD63BEF82E45}" destId="{70C47A81-3376-4A32-A660-EBE0C195BDC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5163006-7675-4D5D-B08E-7AFF22A52EC9}" type="doc">
      <dgm:prSet loTypeId="urn:microsoft.com/office/officeart/2009/layout/CircleArrowProcess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B6A66AF2-53BE-425D-A1C1-637CF7FE994F}">
      <dgm:prSet phldrT="[Texto]"/>
      <dgm:spPr/>
      <dgm:t>
        <a:bodyPr/>
        <a:lstStyle/>
        <a:p>
          <a:r>
            <a:rPr lang="es-MX" dirty="0"/>
            <a:t>Ordenes Manuales/ Externas </a:t>
          </a:r>
          <a:endParaRPr lang="es-CO" dirty="0"/>
        </a:p>
      </dgm:t>
    </dgm:pt>
    <dgm:pt modelId="{4DDA08BA-8346-4E27-96F0-6A514C4FDFDA}" type="parTrans" cxnId="{7CDA184D-2E97-4081-932C-D8AA428F4A05}">
      <dgm:prSet/>
      <dgm:spPr/>
      <dgm:t>
        <a:bodyPr/>
        <a:lstStyle/>
        <a:p>
          <a:endParaRPr lang="es-CO"/>
        </a:p>
      </dgm:t>
    </dgm:pt>
    <dgm:pt modelId="{D7018BF5-2596-45DB-AA1C-9B9C39EA03F4}" type="sibTrans" cxnId="{7CDA184D-2E97-4081-932C-D8AA428F4A05}">
      <dgm:prSet/>
      <dgm:spPr/>
      <dgm:t>
        <a:bodyPr/>
        <a:lstStyle/>
        <a:p>
          <a:endParaRPr lang="es-CO"/>
        </a:p>
      </dgm:t>
    </dgm:pt>
    <dgm:pt modelId="{23ACC3A7-A005-4EB6-8BEC-1B0ECBC22D1E}">
      <dgm:prSet phldrT="[Texto]"/>
      <dgm:spPr/>
      <dgm:t>
        <a:bodyPr/>
        <a:lstStyle/>
        <a:p>
          <a:r>
            <a:rPr lang="es-MX" dirty="0"/>
            <a:t>Ordenes SAP </a:t>
          </a:r>
          <a:endParaRPr lang="es-CO" dirty="0"/>
        </a:p>
      </dgm:t>
    </dgm:pt>
    <dgm:pt modelId="{F55F0040-BF52-438E-9273-58DC0AF0AE77}" type="parTrans" cxnId="{4153D5F9-D684-48AA-AD2F-121866A1E43F}">
      <dgm:prSet/>
      <dgm:spPr/>
      <dgm:t>
        <a:bodyPr/>
        <a:lstStyle/>
        <a:p>
          <a:endParaRPr lang="es-CO"/>
        </a:p>
      </dgm:t>
    </dgm:pt>
    <dgm:pt modelId="{A01B7F3F-CDE6-49F2-B218-11EB94D363A4}" type="sibTrans" cxnId="{4153D5F9-D684-48AA-AD2F-121866A1E43F}">
      <dgm:prSet/>
      <dgm:spPr/>
      <dgm:t>
        <a:bodyPr/>
        <a:lstStyle/>
        <a:p>
          <a:endParaRPr lang="es-CO"/>
        </a:p>
      </dgm:t>
    </dgm:pt>
    <dgm:pt modelId="{FABD7476-82E1-4E11-ADC5-1D7D59D9277D}">
      <dgm:prSet phldrT="[Texto]" custT="1"/>
      <dgm:spPr/>
      <dgm:t>
        <a:bodyPr/>
        <a:lstStyle/>
        <a:p>
          <a:r>
            <a:rPr lang="es-MX" sz="1800"/>
            <a:t>Sean o no  solicitada  por  cardiología se deja como viene ordenada.</a:t>
          </a:r>
          <a:endParaRPr lang="es-CO" sz="1800" dirty="0"/>
        </a:p>
      </dgm:t>
    </dgm:pt>
    <dgm:pt modelId="{C0D530BF-44BE-4F57-B44E-869573FEB1B2}" type="parTrans" cxnId="{570AE156-81CA-4D86-ACD6-B9376CC3DD7C}">
      <dgm:prSet/>
      <dgm:spPr/>
      <dgm:t>
        <a:bodyPr/>
        <a:lstStyle/>
        <a:p>
          <a:endParaRPr lang="es-CO"/>
        </a:p>
      </dgm:t>
    </dgm:pt>
    <dgm:pt modelId="{67DFED2E-32E9-4BEF-9330-201A6ECE8667}" type="sibTrans" cxnId="{570AE156-81CA-4D86-ACD6-B9376CC3DD7C}">
      <dgm:prSet/>
      <dgm:spPr/>
      <dgm:t>
        <a:bodyPr/>
        <a:lstStyle/>
        <a:p>
          <a:endParaRPr lang="es-CO"/>
        </a:p>
      </dgm:t>
    </dgm:pt>
    <dgm:pt modelId="{C0712682-0D0A-45C1-AD85-E5363B3E5E6A}">
      <dgm:prSet phldrT="[Texto]" custT="1"/>
      <dgm:spPr/>
      <dgm:t>
        <a:bodyPr/>
        <a:lstStyle/>
        <a:p>
          <a:endParaRPr lang="es-CO" sz="1800" dirty="0"/>
        </a:p>
      </dgm:t>
    </dgm:pt>
    <dgm:pt modelId="{3061B08A-C653-4605-A9B0-960019251AB6}" type="parTrans" cxnId="{FFC9E4B2-D768-448A-9CAE-EE7BAD3E3665}">
      <dgm:prSet/>
      <dgm:spPr/>
      <dgm:t>
        <a:bodyPr/>
        <a:lstStyle/>
        <a:p>
          <a:endParaRPr lang="es-CO"/>
        </a:p>
      </dgm:t>
    </dgm:pt>
    <dgm:pt modelId="{1438A8C7-6100-41CD-870A-D6AADAE89278}" type="sibTrans" cxnId="{FFC9E4B2-D768-448A-9CAE-EE7BAD3E3665}">
      <dgm:prSet/>
      <dgm:spPr/>
      <dgm:t>
        <a:bodyPr/>
        <a:lstStyle/>
        <a:p>
          <a:endParaRPr lang="es-CO"/>
        </a:p>
      </dgm:t>
    </dgm:pt>
    <dgm:pt modelId="{303DF1ED-7610-4BC4-8760-3586BEB27554}">
      <dgm:prSet custT="1"/>
      <dgm:spPr/>
      <dgm:t>
        <a:bodyPr/>
        <a:lstStyle/>
        <a:p>
          <a:r>
            <a:rPr lang="es-MX" sz="1800"/>
            <a:t>No se modifica se deja tal cual orden medica </a:t>
          </a:r>
          <a:endParaRPr lang="es-CO" sz="1800" dirty="0"/>
        </a:p>
      </dgm:t>
    </dgm:pt>
    <dgm:pt modelId="{D7CF7BF4-3F3A-40D5-9A83-CEE713A4F333}" type="parTrans" cxnId="{B86FAF10-05D4-4CD6-8F4A-1EA9F3F4CE20}">
      <dgm:prSet/>
      <dgm:spPr/>
      <dgm:t>
        <a:bodyPr/>
        <a:lstStyle/>
        <a:p>
          <a:endParaRPr lang="es-CO"/>
        </a:p>
      </dgm:t>
    </dgm:pt>
    <dgm:pt modelId="{AEFA8CE8-5264-4ABF-8CFE-9B7969E73134}" type="sibTrans" cxnId="{B86FAF10-05D4-4CD6-8F4A-1EA9F3F4CE20}">
      <dgm:prSet/>
      <dgm:spPr/>
      <dgm:t>
        <a:bodyPr/>
        <a:lstStyle/>
        <a:p>
          <a:endParaRPr lang="es-CO"/>
        </a:p>
      </dgm:t>
    </dgm:pt>
    <dgm:pt modelId="{AE3D260C-F27F-4E7D-BD88-4F947C92D87B}" type="pres">
      <dgm:prSet presAssocID="{C5163006-7675-4D5D-B08E-7AFF22A52EC9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88CE5723-83B9-4D21-A685-449096D40F38}" type="pres">
      <dgm:prSet presAssocID="{23ACC3A7-A005-4EB6-8BEC-1B0ECBC22D1E}" presName="Accent1" presStyleCnt="0"/>
      <dgm:spPr/>
    </dgm:pt>
    <dgm:pt modelId="{33A6C51D-9513-4302-8B68-5033D81BB0AF}" type="pres">
      <dgm:prSet presAssocID="{23ACC3A7-A005-4EB6-8BEC-1B0ECBC22D1E}" presName="Accent" presStyleLbl="node1" presStyleIdx="0" presStyleCnt="2"/>
      <dgm:spPr/>
    </dgm:pt>
    <dgm:pt modelId="{7F623A4E-EC44-400F-94A9-0CF12A670022}" type="pres">
      <dgm:prSet presAssocID="{23ACC3A7-A005-4EB6-8BEC-1B0ECBC22D1E}" presName="Child1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61911B0A-C142-493D-80BD-0CBCC653C4D9}" type="pres">
      <dgm:prSet presAssocID="{23ACC3A7-A005-4EB6-8BEC-1B0ECBC22D1E}" presName="Parent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4201514B-09B8-4F42-9DAE-B4710125C3FE}" type="pres">
      <dgm:prSet presAssocID="{B6A66AF2-53BE-425D-A1C1-637CF7FE994F}" presName="Accent2" presStyleCnt="0"/>
      <dgm:spPr/>
    </dgm:pt>
    <dgm:pt modelId="{A7D8B996-D075-412E-A17D-3FD4B4E4A173}" type="pres">
      <dgm:prSet presAssocID="{B6A66AF2-53BE-425D-A1C1-637CF7FE994F}" presName="Accent" presStyleLbl="node1" presStyleIdx="1" presStyleCnt="2"/>
      <dgm:spPr/>
    </dgm:pt>
    <dgm:pt modelId="{65906DEB-1C50-42F6-814B-2F40B23DBB2B}" type="pres">
      <dgm:prSet presAssocID="{B6A66AF2-53BE-425D-A1C1-637CF7FE994F}" presName="Child2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40EA859F-7EA5-4ACE-AEE1-72EC69843C5C}" type="pres">
      <dgm:prSet presAssocID="{B6A66AF2-53BE-425D-A1C1-637CF7FE994F}" presName="Parent2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B86FAF10-05D4-4CD6-8F4A-1EA9F3F4CE20}" srcId="{23ACC3A7-A005-4EB6-8BEC-1B0ECBC22D1E}" destId="{303DF1ED-7610-4BC4-8760-3586BEB27554}" srcOrd="1" destOrd="0" parTransId="{D7CF7BF4-3F3A-40D5-9A83-CEE713A4F333}" sibTransId="{AEFA8CE8-5264-4ABF-8CFE-9B7969E73134}"/>
    <dgm:cxn modelId="{E205B620-1CA9-4BFB-A212-43266F9E9119}" type="presOf" srcId="{C5163006-7675-4D5D-B08E-7AFF22A52EC9}" destId="{AE3D260C-F27F-4E7D-BD88-4F947C92D87B}" srcOrd="0" destOrd="0" presId="urn:microsoft.com/office/officeart/2009/layout/CircleArrowProcess"/>
    <dgm:cxn modelId="{ADAFA324-EAF8-4011-B415-8CBE3C014795}" type="presOf" srcId="{FABD7476-82E1-4E11-ADC5-1D7D59D9277D}" destId="{65906DEB-1C50-42F6-814B-2F40B23DBB2B}" srcOrd="0" destOrd="0" presId="urn:microsoft.com/office/officeart/2009/layout/CircleArrowProcess"/>
    <dgm:cxn modelId="{EC2B0129-360D-45A0-BE4E-A5A7DB69B8BA}" type="presOf" srcId="{B6A66AF2-53BE-425D-A1C1-637CF7FE994F}" destId="{40EA859F-7EA5-4ACE-AEE1-72EC69843C5C}" srcOrd="0" destOrd="0" presId="urn:microsoft.com/office/officeart/2009/layout/CircleArrowProcess"/>
    <dgm:cxn modelId="{7CDA184D-2E97-4081-932C-D8AA428F4A05}" srcId="{C5163006-7675-4D5D-B08E-7AFF22A52EC9}" destId="{B6A66AF2-53BE-425D-A1C1-637CF7FE994F}" srcOrd="1" destOrd="0" parTransId="{4DDA08BA-8346-4E27-96F0-6A514C4FDFDA}" sibTransId="{D7018BF5-2596-45DB-AA1C-9B9C39EA03F4}"/>
    <dgm:cxn modelId="{570AE156-81CA-4D86-ACD6-B9376CC3DD7C}" srcId="{B6A66AF2-53BE-425D-A1C1-637CF7FE994F}" destId="{FABD7476-82E1-4E11-ADC5-1D7D59D9277D}" srcOrd="0" destOrd="0" parTransId="{C0D530BF-44BE-4F57-B44E-869573FEB1B2}" sibTransId="{67DFED2E-32E9-4BEF-9330-201A6ECE8667}"/>
    <dgm:cxn modelId="{41AA3F7F-A026-41DD-BC7E-02C9EB521403}" type="presOf" srcId="{C0712682-0D0A-45C1-AD85-E5363B3E5E6A}" destId="{7F623A4E-EC44-400F-94A9-0CF12A670022}" srcOrd="0" destOrd="0" presId="urn:microsoft.com/office/officeart/2009/layout/CircleArrowProcess"/>
    <dgm:cxn modelId="{3BA8698E-38CA-4317-AFE4-4E5663E588CE}" type="presOf" srcId="{23ACC3A7-A005-4EB6-8BEC-1B0ECBC22D1E}" destId="{61911B0A-C142-493D-80BD-0CBCC653C4D9}" srcOrd="0" destOrd="0" presId="urn:microsoft.com/office/officeart/2009/layout/CircleArrowProcess"/>
    <dgm:cxn modelId="{1E16A09B-6706-4074-94B6-E44B7943300F}" type="presOf" srcId="{303DF1ED-7610-4BC4-8760-3586BEB27554}" destId="{7F623A4E-EC44-400F-94A9-0CF12A670022}" srcOrd="0" destOrd="1" presId="urn:microsoft.com/office/officeart/2009/layout/CircleArrowProcess"/>
    <dgm:cxn modelId="{FFC9E4B2-D768-448A-9CAE-EE7BAD3E3665}" srcId="{23ACC3A7-A005-4EB6-8BEC-1B0ECBC22D1E}" destId="{C0712682-0D0A-45C1-AD85-E5363B3E5E6A}" srcOrd="0" destOrd="0" parTransId="{3061B08A-C653-4605-A9B0-960019251AB6}" sibTransId="{1438A8C7-6100-41CD-870A-D6AADAE89278}"/>
    <dgm:cxn modelId="{4153D5F9-D684-48AA-AD2F-121866A1E43F}" srcId="{C5163006-7675-4D5D-B08E-7AFF22A52EC9}" destId="{23ACC3A7-A005-4EB6-8BEC-1B0ECBC22D1E}" srcOrd="0" destOrd="0" parTransId="{F55F0040-BF52-438E-9273-58DC0AF0AE77}" sibTransId="{A01B7F3F-CDE6-49F2-B218-11EB94D363A4}"/>
    <dgm:cxn modelId="{491A0CBA-7481-4D2F-B466-48842E346E5C}" type="presParOf" srcId="{AE3D260C-F27F-4E7D-BD88-4F947C92D87B}" destId="{88CE5723-83B9-4D21-A685-449096D40F38}" srcOrd="0" destOrd="0" presId="urn:microsoft.com/office/officeart/2009/layout/CircleArrowProcess"/>
    <dgm:cxn modelId="{820B069D-8FA7-4E1A-B225-6F12829EA575}" type="presParOf" srcId="{88CE5723-83B9-4D21-A685-449096D40F38}" destId="{33A6C51D-9513-4302-8B68-5033D81BB0AF}" srcOrd="0" destOrd="0" presId="urn:microsoft.com/office/officeart/2009/layout/CircleArrowProcess"/>
    <dgm:cxn modelId="{CD7AA129-9F9F-45D4-9DCA-3FD844552179}" type="presParOf" srcId="{AE3D260C-F27F-4E7D-BD88-4F947C92D87B}" destId="{7F623A4E-EC44-400F-94A9-0CF12A670022}" srcOrd="1" destOrd="0" presId="urn:microsoft.com/office/officeart/2009/layout/CircleArrowProcess"/>
    <dgm:cxn modelId="{A47C9BCF-7CF7-453C-8DAA-4E060B11E9C3}" type="presParOf" srcId="{AE3D260C-F27F-4E7D-BD88-4F947C92D87B}" destId="{61911B0A-C142-493D-80BD-0CBCC653C4D9}" srcOrd="2" destOrd="0" presId="urn:microsoft.com/office/officeart/2009/layout/CircleArrowProcess"/>
    <dgm:cxn modelId="{AF33C355-BFC4-49A5-9AB0-9CB3554FD1EE}" type="presParOf" srcId="{AE3D260C-F27F-4E7D-BD88-4F947C92D87B}" destId="{4201514B-09B8-4F42-9DAE-B4710125C3FE}" srcOrd="3" destOrd="0" presId="urn:microsoft.com/office/officeart/2009/layout/CircleArrowProcess"/>
    <dgm:cxn modelId="{83762A6C-B187-460C-AAC4-72558A163F9F}" type="presParOf" srcId="{4201514B-09B8-4F42-9DAE-B4710125C3FE}" destId="{A7D8B996-D075-412E-A17D-3FD4B4E4A173}" srcOrd="0" destOrd="0" presId="urn:microsoft.com/office/officeart/2009/layout/CircleArrowProcess"/>
    <dgm:cxn modelId="{AAC58B5B-6465-4535-B127-DAF46234BA22}" type="presParOf" srcId="{AE3D260C-F27F-4E7D-BD88-4F947C92D87B}" destId="{65906DEB-1C50-42F6-814B-2F40B23DBB2B}" srcOrd="4" destOrd="0" presId="urn:microsoft.com/office/officeart/2009/layout/CircleArrowProcess"/>
    <dgm:cxn modelId="{284E5B46-ECAB-4994-9C62-263BB6C3E551}" type="presParOf" srcId="{AE3D260C-F27F-4E7D-BD88-4F947C92D87B}" destId="{40EA859F-7EA5-4ACE-AEE1-72EC69843C5C}" srcOrd="5" destOrd="0" presId="urn:microsoft.com/office/officeart/2009/layout/CircleArrowProcess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F6D0DFF-16DA-4A57-BF98-06C66C5BB657}" type="doc">
      <dgm:prSet loTypeId="urn:microsoft.com/office/officeart/2005/8/layout/hierarchy1" loCatId="hierarchy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s-CO"/>
        </a:p>
      </dgm:t>
    </dgm:pt>
    <dgm:pt modelId="{EFBA1CB7-43C5-4D50-8BDB-9EF7D30E842A}">
      <dgm:prSet phldrT="[Texto]"/>
      <dgm:spPr/>
      <dgm:t>
        <a:bodyPr/>
        <a:lstStyle/>
        <a:p>
          <a:r>
            <a:rPr lang="es-MX" b="0"/>
            <a:t>Inmunoglobulinas G </a:t>
          </a:r>
          <a:endParaRPr lang="es-CO" b="0"/>
        </a:p>
      </dgm:t>
    </dgm:pt>
    <dgm:pt modelId="{FDD964AE-9A8B-4563-84FC-D40134B71EFB}" type="parTrans" cxnId="{93898650-8AA7-486B-8112-C679ABF2B2BA}">
      <dgm:prSet/>
      <dgm:spPr/>
      <dgm:t>
        <a:bodyPr/>
        <a:lstStyle/>
        <a:p>
          <a:endParaRPr lang="es-CO"/>
        </a:p>
      </dgm:t>
    </dgm:pt>
    <dgm:pt modelId="{E1ACF1B2-4E54-4A94-BAFD-D50B478B428C}" type="sibTrans" cxnId="{93898650-8AA7-486B-8112-C679ABF2B2BA}">
      <dgm:prSet/>
      <dgm:spPr/>
      <dgm:t>
        <a:bodyPr/>
        <a:lstStyle/>
        <a:p>
          <a:endParaRPr lang="es-CO"/>
        </a:p>
      </dgm:t>
    </dgm:pt>
    <dgm:pt modelId="{2E03953A-68BC-489A-8040-5C5C8DFC7DD2}">
      <dgm:prSet phldrT="[Texto]"/>
      <dgm:spPr/>
      <dgm:t>
        <a:bodyPr/>
        <a:lstStyle/>
        <a:p>
          <a:r>
            <a:rPr lang="es-MX"/>
            <a:t>La prueba </a:t>
          </a:r>
          <a:r>
            <a:rPr lang="es-MX" b="1"/>
            <a:t>906829</a:t>
          </a:r>
          <a:r>
            <a:rPr lang="es-MX"/>
            <a:t> Inmunoglobulina G (IgG) Automatizado  es diferente a las subclases </a:t>
          </a:r>
          <a:endParaRPr lang="es-CO"/>
        </a:p>
      </dgm:t>
    </dgm:pt>
    <dgm:pt modelId="{E49458FF-DB87-4F74-8289-A9CFD25434CC}" type="parTrans" cxnId="{01C3B439-D561-4032-8A2D-5A649E131D69}">
      <dgm:prSet/>
      <dgm:spPr/>
      <dgm:t>
        <a:bodyPr/>
        <a:lstStyle/>
        <a:p>
          <a:endParaRPr lang="es-CO"/>
        </a:p>
      </dgm:t>
    </dgm:pt>
    <dgm:pt modelId="{0E366F79-BFC4-4B3E-9A96-27151A1803DB}" type="sibTrans" cxnId="{01C3B439-D561-4032-8A2D-5A649E131D69}">
      <dgm:prSet/>
      <dgm:spPr/>
      <dgm:t>
        <a:bodyPr/>
        <a:lstStyle/>
        <a:p>
          <a:endParaRPr lang="es-CO"/>
        </a:p>
      </dgm:t>
    </dgm:pt>
    <dgm:pt modelId="{9C20F2CC-6FB1-4BF2-92E0-282FB96C53DC}">
      <dgm:prSet phldrT="[Texto]"/>
      <dgm:spPr/>
      <dgm:t>
        <a:bodyPr/>
        <a:lstStyle/>
        <a:p>
          <a:r>
            <a:rPr lang="es-MX"/>
            <a:t>La prueba </a:t>
          </a:r>
          <a:r>
            <a:rPr lang="es-MX" b="1"/>
            <a:t>906830</a:t>
          </a:r>
          <a:r>
            <a:rPr lang="es-MX"/>
            <a:t> Inmunoglobulina G (IgG) Subclases semiautomatizada es otra prueba </a:t>
          </a:r>
          <a:endParaRPr lang="es-CO"/>
        </a:p>
      </dgm:t>
    </dgm:pt>
    <dgm:pt modelId="{E2B9D5C0-D2AF-4776-94F7-DE7BAB966894}" type="parTrans" cxnId="{42AA3E47-2864-4AA0-BCC6-B763E2BCDB5B}">
      <dgm:prSet/>
      <dgm:spPr/>
      <dgm:t>
        <a:bodyPr/>
        <a:lstStyle/>
        <a:p>
          <a:endParaRPr lang="es-CO"/>
        </a:p>
      </dgm:t>
    </dgm:pt>
    <dgm:pt modelId="{49CEF4DE-9C12-46CE-A89E-9167075746CA}" type="sibTrans" cxnId="{42AA3E47-2864-4AA0-BCC6-B763E2BCDB5B}">
      <dgm:prSet/>
      <dgm:spPr/>
      <dgm:t>
        <a:bodyPr/>
        <a:lstStyle/>
        <a:p>
          <a:endParaRPr lang="es-CO"/>
        </a:p>
      </dgm:t>
    </dgm:pt>
    <dgm:pt modelId="{6C93C0DB-EC08-41FD-BABD-32A9EF2B72F6}" type="pres">
      <dgm:prSet presAssocID="{9F6D0DFF-16DA-4A57-BF98-06C66C5BB6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CB93512-9364-4AA0-A411-41C421836A19}" type="pres">
      <dgm:prSet presAssocID="{EFBA1CB7-43C5-4D50-8BDB-9EF7D30E842A}" presName="hierRoot1" presStyleCnt="0"/>
      <dgm:spPr/>
    </dgm:pt>
    <dgm:pt modelId="{F0ACB0B5-4D9A-40CD-AFB3-6D875357B698}" type="pres">
      <dgm:prSet presAssocID="{EFBA1CB7-43C5-4D50-8BDB-9EF7D30E842A}" presName="composite" presStyleCnt="0"/>
      <dgm:spPr/>
    </dgm:pt>
    <dgm:pt modelId="{21A9F4E0-A942-418F-9844-DE1CF2CC3EFC}" type="pres">
      <dgm:prSet presAssocID="{EFBA1CB7-43C5-4D50-8BDB-9EF7D30E842A}" presName="background" presStyleLbl="node0" presStyleIdx="0" presStyleCnt="1"/>
      <dgm:spPr/>
    </dgm:pt>
    <dgm:pt modelId="{7DDD89EB-CAC7-4392-AC05-57D0A7FDA6D6}" type="pres">
      <dgm:prSet presAssocID="{EFBA1CB7-43C5-4D50-8BDB-9EF7D30E842A}" presName="text" presStyleLbl="fgAcc0" presStyleIdx="0" presStyleCnt="1">
        <dgm:presLayoutVars>
          <dgm:chPref val="3"/>
        </dgm:presLayoutVars>
      </dgm:prSet>
      <dgm:spPr/>
    </dgm:pt>
    <dgm:pt modelId="{EC58DDE8-6D9D-4803-8903-C0906A0284FC}" type="pres">
      <dgm:prSet presAssocID="{EFBA1CB7-43C5-4D50-8BDB-9EF7D30E842A}" presName="hierChild2" presStyleCnt="0"/>
      <dgm:spPr/>
    </dgm:pt>
    <dgm:pt modelId="{7B3C85C1-EE90-4803-9932-55B9AD508ECC}" type="pres">
      <dgm:prSet presAssocID="{E49458FF-DB87-4F74-8289-A9CFD25434CC}" presName="Name10" presStyleLbl="parChTrans1D2" presStyleIdx="0" presStyleCnt="2"/>
      <dgm:spPr/>
    </dgm:pt>
    <dgm:pt modelId="{F848A76B-7092-4695-B07B-ECA0EF62F880}" type="pres">
      <dgm:prSet presAssocID="{2E03953A-68BC-489A-8040-5C5C8DFC7DD2}" presName="hierRoot2" presStyleCnt="0"/>
      <dgm:spPr/>
    </dgm:pt>
    <dgm:pt modelId="{8C23AADF-22BE-4B41-8CED-F0D02216F968}" type="pres">
      <dgm:prSet presAssocID="{2E03953A-68BC-489A-8040-5C5C8DFC7DD2}" presName="composite2" presStyleCnt="0"/>
      <dgm:spPr/>
    </dgm:pt>
    <dgm:pt modelId="{567FCCE3-8D66-4E78-AE6E-58C68CC047FA}" type="pres">
      <dgm:prSet presAssocID="{2E03953A-68BC-489A-8040-5C5C8DFC7DD2}" presName="background2" presStyleLbl="node2" presStyleIdx="0" presStyleCnt="2"/>
      <dgm:spPr/>
    </dgm:pt>
    <dgm:pt modelId="{D524B447-B99E-4D0B-8128-EA427CAA6DEE}" type="pres">
      <dgm:prSet presAssocID="{2E03953A-68BC-489A-8040-5C5C8DFC7DD2}" presName="text2" presStyleLbl="fgAcc2" presStyleIdx="0" presStyleCnt="2">
        <dgm:presLayoutVars>
          <dgm:chPref val="3"/>
        </dgm:presLayoutVars>
      </dgm:prSet>
      <dgm:spPr/>
    </dgm:pt>
    <dgm:pt modelId="{BF88EEE2-9746-480D-A5B4-A588A25C5AEE}" type="pres">
      <dgm:prSet presAssocID="{2E03953A-68BC-489A-8040-5C5C8DFC7DD2}" presName="hierChild3" presStyleCnt="0"/>
      <dgm:spPr/>
    </dgm:pt>
    <dgm:pt modelId="{7A4BBEC7-7BE6-4319-8FA3-50CC80E3708E}" type="pres">
      <dgm:prSet presAssocID="{E2B9D5C0-D2AF-4776-94F7-DE7BAB966894}" presName="Name10" presStyleLbl="parChTrans1D2" presStyleIdx="1" presStyleCnt="2"/>
      <dgm:spPr/>
    </dgm:pt>
    <dgm:pt modelId="{78A78BC1-B889-41C0-9242-F261F8684819}" type="pres">
      <dgm:prSet presAssocID="{9C20F2CC-6FB1-4BF2-92E0-282FB96C53DC}" presName="hierRoot2" presStyleCnt="0"/>
      <dgm:spPr/>
    </dgm:pt>
    <dgm:pt modelId="{B4B1FD4D-6455-43A3-90A9-CD739B5F8FD6}" type="pres">
      <dgm:prSet presAssocID="{9C20F2CC-6FB1-4BF2-92E0-282FB96C53DC}" presName="composite2" presStyleCnt="0"/>
      <dgm:spPr/>
    </dgm:pt>
    <dgm:pt modelId="{2F59A052-EA8D-4E30-A914-28420ABADD03}" type="pres">
      <dgm:prSet presAssocID="{9C20F2CC-6FB1-4BF2-92E0-282FB96C53DC}" presName="background2" presStyleLbl="node2" presStyleIdx="1" presStyleCnt="2"/>
      <dgm:spPr/>
    </dgm:pt>
    <dgm:pt modelId="{5B4D695D-32FD-45C7-8C6E-62C8C3B82F26}" type="pres">
      <dgm:prSet presAssocID="{9C20F2CC-6FB1-4BF2-92E0-282FB96C53DC}" presName="text2" presStyleLbl="fgAcc2" presStyleIdx="1" presStyleCnt="2">
        <dgm:presLayoutVars>
          <dgm:chPref val="3"/>
        </dgm:presLayoutVars>
      </dgm:prSet>
      <dgm:spPr/>
    </dgm:pt>
    <dgm:pt modelId="{31B92E49-0596-4DD0-B48B-022FBE09D648}" type="pres">
      <dgm:prSet presAssocID="{9C20F2CC-6FB1-4BF2-92E0-282FB96C53DC}" presName="hierChild3" presStyleCnt="0"/>
      <dgm:spPr/>
    </dgm:pt>
  </dgm:ptLst>
  <dgm:cxnLst>
    <dgm:cxn modelId="{F8342E1F-E441-4C00-AE0F-5C77EBD857F2}" type="presOf" srcId="{E49458FF-DB87-4F74-8289-A9CFD25434CC}" destId="{7B3C85C1-EE90-4803-9932-55B9AD508ECC}" srcOrd="0" destOrd="0" presId="urn:microsoft.com/office/officeart/2005/8/layout/hierarchy1"/>
    <dgm:cxn modelId="{8E43B923-B12E-4953-BA9A-3A7793A634C2}" type="presOf" srcId="{9C20F2CC-6FB1-4BF2-92E0-282FB96C53DC}" destId="{5B4D695D-32FD-45C7-8C6E-62C8C3B82F26}" srcOrd="0" destOrd="0" presId="urn:microsoft.com/office/officeart/2005/8/layout/hierarchy1"/>
    <dgm:cxn modelId="{01C3B439-D561-4032-8A2D-5A649E131D69}" srcId="{EFBA1CB7-43C5-4D50-8BDB-9EF7D30E842A}" destId="{2E03953A-68BC-489A-8040-5C5C8DFC7DD2}" srcOrd="0" destOrd="0" parTransId="{E49458FF-DB87-4F74-8289-A9CFD25434CC}" sibTransId="{0E366F79-BFC4-4B3E-9A96-27151A1803DB}"/>
    <dgm:cxn modelId="{42AA3E47-2864-4AA0-BCC6-B763E2BCDB5B}" srcId="{EFBA1CB7-43C5-4D50-8BDB-9EF7D30E842A}" destId="{9C20F2CC-6FB1-4BF2-92E0-282FB96C53DC}" srcOrd="1" destOrd="0" parTransId="{E2B9D5C0-D2AF-4776-94F7-DE7BAB966894}" sibTransId="{49CEF4DE-9C12-46CE-A89E-9167075746CA}"/>
    <dgm:cxn modelId="{93898650-8AA7-486B-8112-C679ABF2B2BA}" srcId="{9F6D0DFF-16DA-4A57-BF98-06C66C5BB657}" destId="{EFBA1CB7-43C5-4D50-8BDB-9EF7D30E842A}" srcOrd="0" destOrd="0" parTransId="{FDD964AE-9A8B-4563-84FC-D40134B71EFB}" sibTransId="{E1ACF1B2-4E54-4A94-BAFD-D50B478B428C}"/>
    <dgm:cxn modelId="{9B89C67F-8420-4B14-96C0-3AB52507526C}" type="presOf" srcId="{EFBA1CB7-43C5-4D50-8BDB-9EF7D30E842A}" destId="{7DDD89EB-CAC7-4392-AC05-57D0A7FDA6D6}" srcOrd="0" destOrd="0" presId="urn:microsoft.com/office/officeart/2005/8/layout/hierarchy1"/>
    <dgm:cxn modelId="{F9B0EFC7-181A-4D45-9284-0098565DBBC3}" type="presOf" srcId="{9F6D0DFF-16DA-4A57-BF98-06C66C5BB657}" destId="{6C93C0DB-EC08-41FD-BABD-32A9EF2B72F6}" srcOrd="0" destOrd="0" presId="urn:microsoft.com/office/officeart/2005/8/layout/hierarchy1"/>
    <dgm:cxn modelId="{E7AF50C8-EB36-4298-870A-1702A6E119A2}" type="presOf" srcId="{E2B9D5C0-D2AF-4776-94F7-DE7BAB966894}" destId="{7A4BBEC7-7BE6-4319-8FA3-50CC80E3708E}" srcOrd="0" destOrd="0" presId="urn:microsoft.com/office/officeart/2005/8/layout/hierarchy1"/>
    <dgm:cxn modelId="{FF92C2C9-17C3-4493-8B94-9719A37C382E}" type="presOf" srcId="{2E03953A-68BC-489A-8040-5C5C8DFC7DD2}" destId="{D524B447-B99E-4D0B-8128-EA427CAA6DEE}" srcOrd="0" destOrd="0" presId="urn:microsoft.com/office/officeart/2005/8/layout/hierarchy1"/>
    <dgm:cxn modelId="{66378652-F9F6-41E5-8D7D-C2988E13FF1F}" type="presParOf" srcId="{6C93C0DB-EC08-41FD-BABD-32A9EF2B72F6}" destId="{4CB93512-9364-4AA0-A411-41C421836A19}" srcOrd="0" destOrd="0" presId="urn:microsoft.com/office/officeart/2005/8/layout/hierarchy1"/>
    <dgm:cxn modelId="{B71FE8A5-68EF-4A9C-AA66-48A6128B9BD0}" type="presParOf" srcId="{4CB93512-9364-4AA0-A411-41C421836A19}" destId="{F0ACB0B5-4D9A-40CD-AFB3-6D875357B698}" srcOrd="0" destOrd="0" presId="urn:microsoft.com/office/officeart/2005/8/layout/hierarchy1"/>
    <dgm:cxn modelId="{C7F19CC7-154C-4EBF-95F4-C2786F276B14}" type="presParOf" srcId="{F0ACB0B5-4D9A-40CD-AFB3-6D875357B698}" destId="{21A9F4E0-A942-418F-9844-DE1CF2CC3EFC}" srcOrd="0" destOrd="0" presId="urn:microsoft.com/office/officeart/2005/8/layout/hierarchy1"/>
    <dgm:cxn modelId="{7D246E1B-669B-4EA6-B4E5-10C77AB54B6F}" type="presParOf" srcId="{F0ACB0B5-4D9A-40CD-AFB3-6D875357B698}" destId="{7DDD89EB-CAC7-4392-AC05-57D0A7FDA6D6}" srcOrd="1" destOrd="0" presId="urn:microsoft.com/office/officeart/2005/8/layout/hierarchy1"/>
    <dgm:cxn modelId="{93AF02FF-BCFC-4885-96AC-FE21A60FEF20}" type="presParOf" srcId="{4CB93512-9364-4AA0-A411-41C421836A19}" destId="{EC58DDE8-6D9D-4803-8903-C0906A0284FC}" srcOrd="1" destOrd="0" presId="urn:microsoft.com/office/officeart/2005/8/layout/hierarchy1"/>
    <dgm:cxn modelId="{3E7A33D8-165C-47EA-B8E4-967466A7F892}" type="presParOf" srcId="{EC58DDE8-6D9D-4803-8903-C0906A0284FC}" destId="{7B3C85C1-EE90-4803-9932-55B9AD508ECC}" srcOrd="0" destOrd="0" presId="urn:microsoft.com/office/officeart/2005/8/layout/hierarchy1"/>
    <dgm:cxn modelId="{62E83500-CA4C-4B7E-8C2C-73D2F646F021}" type="presParOf" srcId="{EC58DDE8-6D9D-4803-8903-C0906A0284FC}" destId="{F848A76B-7092-4695-B07B-ECA0EF62F880}" srcOrd="1" destOrd="0" presId="urn:microsoft.com/office/officeart/2005/8/layout/hierarchy1"/>
    <dgm:cxn modelId="{D304FEC4-EFBE-4CE8-8AC1-6ABE4AB72C0F}" type="presParOf" srcId="{F848A76B-7092-4695-B07B-ECA0EF62F880}" destId="{8C23AADF-22BE-4B41-8CED-F0D02216F968}" srcOrd="0" destOrd="0" presId="urn:microsoft.com/office/officeart/2005/8/layout/hierarchy1"/>
    <dgm:cxn modelId="{AEF4A3A5-E954-4685-AF18-D830B698F62C}" type="presParOf" srcId="{8C23AADF-22BE-4B41-8CED-F0D02216F968}" destId="{567FCCE3-8D66-4E78-AE6E-58C68CC047FA}" srcOrd="0" destOrd="0" presId="urn:microsoft.com/office/officeart/2005/8/layout/hierarchy1"/>
    <dgm:cxn modelId="{32DF3244-7C22-4486-8DE3-40F11018E04F}" type="presParOf" srcId="{8C23AADF-22BE-4B41-8CED-F0D02216F968}" destId="{D524B447-B99E-4D0B-8128-EA427CAA6DEE}" srcOrd="1" destOrd="0" presId="urn:microsoft.com/office/officeart/2005/8/layout/hierarchy1"/>
    <dgm:cxn modelId="{859D9445-D3B8-4B15-A16C-6B76E7E4F140}" type="presParOf" srcId="{F848A76B-7092-4695-B07B-ECA0EF62F880}" destId="{BF88EEE2-9746-480D-A5B4-A588A25C5AEE}" srcOrd="1" destOrd="0" presId="urn:microsoft.com/office/officeart/2005/8/layout/hierarchy1"/>
    <dgm:cxn modelId="{0DBBC95C-FCDE-49C5-A64F-22D2D62F51B3}" type="presParOf" srcId="{EC58DDE8-6D9D-4803-8903-C0906A0284FC}" destId="{7A4BBEC7-7BE6-4319-8FA3-50CC80E3708E}" srcOrd="2" destOrd="0" presId="urn:microsoft.com/office/officeart/2005/8/layout/hierarchy1"/>
    <dgm:cxn modelId="{BBD4BB9E-91EF-43CE-A061-CF37C3B21239}" type="presParOf" srcId="{EC58DDE8-6D9D-4803-8903-C0906A0284FC}" destId="{78A78BC1-B889-41C0-9242-F261F8684819}" srcOrd="3" destOrd="0" presId="urn:microsoft.com/office/officeart/2005/8/layout/hierarchy1"/>
    <dgm:cxn modelId="{14334ECD-3589-45C8-9BCC-08AE36CE2579}" type="presParOf" srcId="{78A78BC1-B889-41C0-9242-F261F8684819}" destId="{B4B1FD4D-6455-43A3-90A9-CD739B5F8FD6}" srcOrd="0" destOrd="0" presId="urn:microsoft.com/office/officeart/2005/8/layout/hierarchy1"/>
    <dgm:cxn modelId="{04F25B41-4AC0-4E42-9D33-F4754456EDC7}" type="presParOf" srcId="{B4B1FD4D-6455-43A3-90A9-CD739B5F8FD6}" destId="{2F59A052-EA8D-4E30-A914-28420ABADD03}" srcOrd="0" destOrd="0" presId="urn:microsoft.com/office/officeart/2005/8/layout/hierarchy1"/>
    <dgm:cxn modelId="{82C7C3FE-D42C-49E5-A7CD-6F478E9A8619}" type="presParOf" srcId="{B4B1FD4D-6455-43A3-90A9-CD739B5F8FD6}" destId="{5B4D695D-32FD-45C7-8C6E-62C8C3B82F26}" srcOrd="1" destOrd="0" presId="urn:microsoft.com/office/officeart/2005/8/layout/hierarchy1"/>
    <dgm:cxn modelId="{52CF2025-D82A-4FE7-9F2B-CB77929C4AD0}" type="presParOf" srcId="{78A78BC1-B889-41C0-9242-F261F8684819}" destId="{31B92E49-0596-4DD0-B48B-022FBE09D64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DCE84F5-D16F-4505-B585-4B0834CB941B}" type="doc">
      <dgm:prSet loTypeId="urn:microsoft.com/office/officeart/2005/8/layout/process5" loCatId="process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s-CO"/>
        </a:p>
      </dgm:t>
    </dgm:pt>
    <dgm:pt modelId="{8173DF0F-E149-4673-8715-F16EBA55E188}">
      <dgm:prSet phldrT="[Texto]" custT="1"/>
      <dgm:spPr/>
      <dgm:t>
        <a:bodyPr/>
        <a:lstStyle/>
        <a:p>
          <a:r>
            <a:rPr lang="es-ES" sz="2000" dirty="0"/>
            <a:t>Ordenes SAP  Manuales/ Externas</a:t>
          </a:r>
          <a:endParaRPr lang="es-CO" sz="2000" dirty="0"/>
        </a:p>
      </dgm:t>
    </dgm:pt>
    <dgm:pt modelId="{037499D9-33B3-47C0-BED8-F0290FFADC79}" type="parTrans" cxnId="{A198E46D-1315-4A17-B594-57BD46AD4693}">
      <dgm:prSet/>
      <dgm:spPr/>
      <dgm:t>
        <a:bodyPr/>
        <a:lstStyle/>
        <a:p>
          <a:endParaRPr lang="es-CO"/>
        </a:p>
      </dgm:t>
    </dgm:pt>
    <dgm:pt modelId="{A4D8FD18-584D-4AF7-A132-0C37FAF99CF8}" type="sibTrans" cxnId="{A198E46D-1315-4A17-B594-57BD46AD4693}">
      <dgm:prSet/>
      <dgm:spPr/>
      <dgm:t>
        <a:bodyPr/>
        <a:lstStyle/>
        <a:p>
          <a:endParaRPr lang="es-CO"/>
        </a:p>
      </dgm:t>
    </dgm:pt>
    <dgm:pt modelId="{DBDE6402-061E-4B38-9DC7-65DEB5CE4B01}">
      <dgm:prSet/>
      <dgm:spPr/>
      <dgm:t>
        <a:bodyPr/>
        <a:lstStyle/>
        <a:p>
          <a:r>
            <a:rPr lang="es-MX" dirty="0"/>
            <a:t>Se ajusta cups a las pruebas Centrales </a:t>
          </a:r>
          <a:endParaRPr lang="es-CO" dirty="0"/>
        </a:p>
      </dgm:t>
    </dgm:pt>
    <dgm:pt modelId="{7C614218-EE09-4E12-BF32-F81CF7383ABD}" type="parTrans" cxnId="{B9E28D92-4120-4FA2-87F0-C4BD2746E3B4}">
      <dgm:prSet/>
      <dgm:spPr/>
      <dgm:t>
        <a:bodyPr/>
        <a:lstStyle/>
        <a:p>
          <a:endParaRPr lang="es-CO"/>
        </a:p>
      </dgm:t>
    </dgm:pt>
    <dgm:pt modelId="{287AB2D6-5555-406A-AA8F-425983C5573C}" type="sibTrans" cxnId="{B9E28D92-4120-4FA2-87F0-C4BD2746E3B4}">
      <dgm:prSet/>
      <dgm:spPr/>
      <dgm:t>
        <a:bodyPr/>
        <a:lstStyle/>
        <a:p>
          <a:endParaRPr lang="es-CO"/>
        </a:p>
      </dgm:t>
    </dgm:pt>
    <dgm:pt modelId="{8C156085-2AAC-4109-B205-061312051DC9}">
      <dgm:prSet/>
      <dgm:spPr/>
      <dgm:t>
        <a:bodyPr/>
        <a:lstStyle/>
        <a:p>
          <a:r>
            <a:rPr lang="es-MX" dirty="0"/>
            <a:t>Ordenes SAP se deja No contabilizable las POCT</a:t>
          </a:r>
          <a:endParaRPr lang="es-CO" dirty="0"/>
        </a:p>
      </dgm:t>
    </dgm:pt>
    <dgm:pt modelId="{CB46591C-39AC-4D23-AF30-6323A5889A9D}" type="parTrans" cxnId="{334A4A55-7F52-4123-8376-05EB80161B48}">
      <dgm:prSet/>
      <dgm:spPr/>
      <dgm:t>
        <a:bodyPr/>
        <a:lstStyle/>
        <a:p>
          <a:endParaRPr lang="es-CO"/>
        </a:p>
      </dgm:t>
    </dgm:pt>
    <dgm:pt modelId="{DB4B9ADF-0C55-4AED-914D-7CFAEBB4E255}" type="sibTrans" cxnId="{334A4A55-7F52-4123-8376-05EB80161B48}">
      <dgm:prSet/>
      <dgm:spPr/>
      <dgm:t>
        <a:bodyPr/>
        <a:lstStyle/>
        <a:p>
          <a:endParaRPr lang="es-CO"/>
        </a:p>
      </dgm:t>
    </dgm:pt>
    <dgm:pt modelId="{51FDFF7F-2CCB-4CE6-8714-8AB4DA0AEFED}">
      <dgm:prSet/>
      <dgm:spPr/>
      <dgm:t>
        <a:bodyPr/>
        <a:lstStyle/>
        <a:p>
          <a:pPr>
            <a:buNone/>
          </a:pPr>
          <a:r>
            <a:rPr lang="es-ES" dirty="0"/>
            <a:t>se debe notificar a coordinación médica para la retroalimentación al medico</a:t>
          </a:r>
          <a:endParaRPr lang="es-CO" dirty="0"/>
        </a:p>
      </dgm:t>
    </dgm:pt>
    <dgm:pt modelId="{8A8B6954-E5BD-48CE-8892-116F95EA88E4}" type="parTrans" cxnId="{3B9AE762-33C7-47D2-BB0E-2A4D3906A345}">
      <dgm:prSet/>
      <dgm:spPr/>
      <dgm:t>
        <a:bodyPr/>
        <a:lstStyle/>
        <a:p>
          <a:endParaRPr lang="es-CO"/>
        </a:p>
      </dgm:t>
    </dgm:pt>
    <dgm:pt modelId="{34ADF9DE-67C3-4E0C-9504-F68D83E247D0}" type="sibTrans" cxnId="{3B9AE762-33C7-47D2-BB0E-2A4D3906A345}">
      <dgm:prSet/>
      <dgm:spPr/>
      <dgm:t>
        <a:bodyPr/>
        <a:lstStyle/>
        <a:p>
          <a:endParaRPr lang="es-CO"/>
        </a:p>
      </dgm:t>
    </dgm:pt>
    <dgm:pt modelId="{4D24BB31-5FD9-499E-9E26-D394A90E4F0F}" type="pres">
      <dgm:prSet presAssocID="{6DCE84F5-D16F-4505-B585-4B0834CB941B}" presName="diagram" presStyleCnt="0">
        <dgm:presLayoutVars>
          <dgm:dir/>
          <dgm:resizeHandles val="exact"/>
        </dgm:presLayoutVars>
      </dgm:prSet>
      <dgm:spPr/>
    </dgm:pt>
    <dgm:pt modelId="{81B6733E-4013-49B2-A5FC-1642B8445278}" type="pres">
      <dgm:prSet presAssocID="{8173DF0F-E149-4673-8715-F16EBA55E188}" presName="node" presStyleLbl="node1" presStyleIdx="0" presStyleCnt="4">
        <dgm:presLayoutVars>
          <dgm:bulletEnabled val="1"/>
        </dgm:presLayoutVars>
      </dgm:prSet>
      <dgm:spPr/>
    </dgm:pt>
    <dgm:pt modelId="{F3CF6A1C-8F4F-46BB-9CA9-31E2BC9277F3}" type="pres">
      <dgm:prSet presAssocID="{A4D8FD18-584D-4AF7-A132-0C37FAF99CF8}" presName="sibTrans" presStyleLbl="sibTrans2D1" presStyleIdx="0" presStyleCnt="3"/>
      <dgm:spPr/>
    </dgm:pt>
    <dgm:pt modelId="{FA017BA1-6362-467D-8674-68B1B7A12457}" type="pres">
      <dgm:prSet presAssocID="{A4D8FD18-584D-4AF7-A132-0C37FAF99CF8}" presName="connectorText" presStyleLbl="sibTrans2D1" presStyleIdx="0" presStyleCnt="3"/>
      <dgm:spPr/>
    </dgm:pt>
    <dgm:pt modelId="{9F724B22-8EF1-49E0-923F-B0A8EEA43335}" type="pres">
      <dgm:prSet presAssocID="{DBDE6402-061E-4B38-9DC7-65DEB5CE4B01}" presName="node" presStyleLbl="node1" presStyleIdx="1" presStyleCnt="4">
        <dgm:presLayoutVars>
          <dgm:bulletEnabled val="1"/>
        </dgm:presLayoutVars>
      </dgm:prSet>
      <dgm:spPr/>
    </dgm:pt>
    <dgm:pt modelId="{CF818B95-5DCE-434D-8E94-951BA14AB753}" type="pres">
      <dgm:prSet presAssocID="{287AB2D6-5555-406A-AA8F-425983C5573C}" presName="sibTrans" presStyleLbl="sibTrans2D1" presStyleIdx="1" presStyleCnt="3"/>
      <dgm:spPr/>
    </dgm:pt>
    <dgm:pt modelId="{57D88387-DF97-46AC-B291-506C9B6A338B}" type="pres">
      <dgm:prSet presAssocID="{287AB2D6-5555-406A-AA8F-425983C5573C}" presName="connectorText" presStyleLbl="sibTrans2D1" presStyleIdx="1" presStyleCnt="3"/>
      <dgm:spPr/>
    </dgm:pt>
    <dgm:pt modelId="{EDDD934B-F462-4CD9-A07D-41E2E67674A5}" type="pres">
      <dgm:prSet presAssocID="{8C156085-2AAC-4109-B205-061312051DC9}" presName="node" presStyleLbl="node1" presStyleIdx="2" presStyleCnt="4">
        <dgm:presLayoutVars>
          <dgm:bulletEnabled val="1"/>
        </dgm:presLayoutVars>
      </dgm:prSet>
      <dgm:spPr/>
    </dgm:pt>
    <dgm:pt modelId="{41460369-C5F7-4BA4-A222-39D07B571107}" type="pres">
      <dgm:prSet presAssocID="{DB4B9ADF-0C55-4AED-914D-7CFAEBB4E255}" presName="sibTrans" presStyleLbl="sibTrans2D1" presStyleIdx="2" presStyleCnt="3"/>
      <dgm:spPr/>
    </dgm:pt>
    <dgm:pt modelId="{5BDB76C8-31EC-4673-B1A4-932BD10FDD54}" type="pres">
      <dgm:prSet presAssocID="{DB4B9ADF-0C55-4AED-914D-7CFAEBB4E255}" presName="connectorText" presStyleLbl="sibTrans2D1" presStyleIdx="2" presStyleCnt="3"/>
      <dgm:spPr/>
    </dgm:pt>
    <dgm:pt modelId="{BCC49840-800C-4813-8C01-FFD002058513}" type="pres">
      <dgm:prSet presAssocID="{51FDFF7F-2CCB-4CE6-8714-8AB4DA0AEFED}" presName="node" presStyleLbl="node1" presStyleIdx="3" presStyleCnt="4">
        <dgm:presLayoutVars>
          <dgm:bulletEnabled val="1"/>
        </dgm:presLayoutVars>
      </dgm:prSet>
      <dgm:spPr/>
    </dgm:pt>
  </dgm:ptLst>
  <dgm:cxnLst>
    <dgm:cxn modelId="{47CC4F02-BD56-4383-9DE2-5C02DD49817E}" type="presOf" srcId="{8173DF0F-E149-4673-8715-F16EBA55E188}" destId="{81B6733E-4013-49B2-A5FC-1642B8445278}" srcOrd="0" destOrd="0" presId="urn:microsoft.com/office/officeart/2005/8/layout/process5"/>
    <dgm:cxn modelId="{9F721A3B-3819-49FD-AC55-85D628947D61}" type="presOf" srcId="{A4D8FD18-584D-4AF7-A132-0C37FAF99CF8}" destId="{F3CF6A1C-8F4F-46BB-9CA9-31E2BC9277F3}" srcOrd="0" destOrd="0" presId="urn:microsoft.com/office/officeart/2005/8/layout/process5"/>
    <dgm:cxn modelId="{3B9AE762-33C7-47D2-BB0E-2A4D3906A345}" srcId="{6DCE84F5-D16F-4505-B585-4B0834CB941B}" destId="{51FDFF7F-2CCB-4CE6-8714-8AB4DA0AEFED}" srcOrd="3" destOrd="0" parTransId="{8A8B6954-E5BD-48CE-8892-116F95EA88E4}" sibTransId="{34ADF9DE-67C3-4E0C-9504-F68D83E247D0}"/>
    <dgm:cxn modelId="{23D83D46-59B6-467E-A16B-D95400DF24C7}" type="presOf" srcId="{51FDFF7F-2CCB-4CE6-8714-8AB4DA0AEFED}" destId="{BCC49840-800C-4813-8C01-FFD002058513}" srcOrd="0" destOrd="0" presId="urn:microsoft.com/office/officeart/2005/8/layout/process5"/>
    <dgm:cxn modelId="{9C154146-2730-45F0-88E9-127537E479D1}" type="presOf" srcId="{DB4B9ADF-0C55-4AED-914D-7CFAEBB4E255}" destId="{5BDB76C8-31EC-4673-B1A4-932BD10FDD54}" srcOrd="1" destOrd="0" presId="urn:microsoft.com/office/officeart/2005/8/layout/process5"/>
    <dgm:cxn modelId="{A198E46D-1315-4A17-B594-57BD46AD4693}" srcId="{6DCE84F5-D16F-4505-B585-4B0834CB941B}" destId="{8173DF0F-E149-4673-8715-F16EBA55E188}" srcOrd="0" destOrd="0" parTransId="{037499D9-33B3-47C0-BED8-F0290FFADC79}" sibTransId="{A4D8FD18-584D-4AF7-A132-0C37FAF99CF8}"/>
    <dgm:cxn modelId="{334A4A55-7F52-4123-8376-05EB80161B48}" srcId="{6DCE84F5-D16F-4505-B585-4B0834CB941B}" destId="{8C156085-2AAC-4109-B205-061312051DC9}" srcOrd="2" destOrd="0" parTransId="{CB46591C-39AC-4D23-AF30-6323A5889A9D}" sibTransId="{DB4B9ADF-0C55-4AED-914D-7CFAEBB4E255}"/>
    <dgm:cxn modelId="{B9E28D92-4120-4FA2-87F0-C4BD2746E3B4}" srcId="{6DCE84F5-D16F-4505-B585-4B0834CB941B}" destId="{DBDE6402-061E-4B38-9DC7-65DEB5CE4B01}" srcOrd="1" destOrd="0" parTransId="{7C614218-EE09-4E12-BF32-F81CF7383ABD}" sibTransId="{287AB2D6-5555-406A-AA8F-425983C5573C}"/>
    <dgm:cxn modelId="{C43D0EA5-F5A2-4FA6-BAFE-8EFE234C03B9}" type="presOf" srcId="{287AB2D6-5555-406A-AA8F-425983C5573C}" destId="{57D88387-DF97-46AC-B291-506C9B6A338B}" srcOrd="1" destOrd="0" presId="urn:microsoft.com/office/officeart/2005/8/layout/process5"/>
    <dgm:cxn modelId="{278FDFA8-086C-4F35-A581-9D35607D7859}" type="presOf" srcId="{DB4B9ADF-0C55-4AED-914D-7CFAEBB4E255}" destId="{41460369-C5F7-4BA4-A222-39D07B571107}" srcOrd="0" destOrd="0" presId="urn:microsoft.com/office/officeart/2005/8/layout/process5"/>
    <dgm:cxn modelId="{390B25C7-0A02-493C-833B-D8A34B74C08D}" type="presOf" srcId="{A4D8FD18-584D-4AF7-A132-0C37FAF99CF8}" destId="{FA017BA1-6362-467D-8674-68B1B7A12457}" srcOrd="1" destOrd="0" presId="urn:microsoft.com/office/officeart/2005/8/layout/process5"/>
    <dgm:cxn modelId="{90CE12D6-C3B8-4CFD-BF59-519DBC82DAFE}" type="presOf" srcId="{8C156085-2AAC-4109-B205-061312051DC9}" destId="{EDDD934B-F462-4CD9-A07D-41E2E67674A5}" srcOrd="0" destOrd="0" presId="urn:microsoft.com/office/officeart/2005/8/layout/process5"/>
    <dgm:cxn modelId="{E31601EB-D91E-45BB-8940-AF7F2A5A149A}" type="presOf" srcId="{DBDE6402-061E-4B38-9DC7-65DEB5CE4B01}" destId="{9F724B22-8EF1-49E0-923F-B0A8EEA43335}" srcOrd="0" destOrd="0" presId="urn:microsoft.com/office/officeart/2005/8/layout/process5"/>
    <dgm:cxn modelId="{D11326F1-97DB-4AB2-9A53-F08CA0424C37}" type="presOf" srcId="{6DCE84F5-D16F-4505-B585-4B0834CB941B}" destId="{4D24BB31-5FD9-499E-9E26-D394A90E4F0F}" srcOrd="0" destOrd="0" presId="urn:microsoft.com/office/officeart/2005/8/layout/process5"/>
    <dgm:cxn modelId="{81DF17FE-E34A-4D82-860C-EF13D72B1859}" type="presOf" srcId="{287AB2D6-5555-406A-AA8F-425983C5573C}" destId="{CF818B95-5DCE-434D-8E94-951BA14AB753}" srcOrd="0" destOrd="0" presId="urn:microsoft.com/office/officeart/2005/8/layout/process5"/>
    <dgm:cxn modelId="{CD32A821-9D0A-4A64-9F31-5751FE187F76}" type="presParOf" srcId="{4D24BB31-5FD9-499E-9E26-D394A90E4F0F}" destId="{81B6733E-4013-49B2-A5FC-1642B8445278}" srcOrd="0" destOrd="0" presId="urn:microsoft.com/office/officeart/2005/8/layout/process5"/>
    <dgm:cxn modelId="{15AF7CFE-D87C-4BEE-AFDE-0D6CCE6FE4E4}" type="presParOf" srcId="{4D24BB31-5FD9-499E-9E26-D394A90E4F0F}" destId="{F3CF6A1C-8F4F-46BB-9CA9-31E2BC9277F3}" srcOrd="1" destOrd="0" presId="urn:microsoft.com/office/officeart/2005/8/layout/process5"/>
    <dgm:cxn modelId="{8D430093-38DC-4B08-82A2-783C0153AA6B}" type="presParOf" srcId="{F3CF6A1C-8F4F-46BB-9CA9-31E2BC9277F3}" destId="{FA017BA1-6362-467D-8674-68B1B7A12457}" srcOrd="0" destOrd="0" presId="urn:microsoft.com/office/officeart/2005/8/layout/process5"/>
    <dgm:cxn modelId="{EC6BBE6C-7AEE-4280-A649-ABA2C2958B90}" type="presParOf" srcId="{4D24BB31-5FD9-499E-9E26-D394A90E4F0F}" destId="{9F724B22-8EF1-49E0-923F-B0A8EEA43335}" srcOrd="2" destOrd="0" presId="urn:microsoft.com/office/officeart/2005/8/layout/process5"/>
    <dgm:cxn modelId="{13EEA5EC-624D-4355-9448-D6E491356805}" type="presParOf" srcId="{4D24BB31-5FD9-499E-9E26-D394A90E4F0F}" destId="{CF818B95-5DCE-434D-8E94-951BA14AB753}" srcOrd="3" destOrd="0" presId="urn:microsoft.com/office/officeart/2005/8/layout/process5"/>
    <dgm:cxn modelId="{C0F1192D-3EAE-419F-A2DC-54CD8078350D}" type="presParOf" srcId="{CF818B95-5DCE-434D-8E94-951BA14AB753}" destId="{57D88387-DF97-46AC-B291-506C9B6A338B}" srcOrd="0" destOrd="0" presId="urn:microsoft.com/office/officeart/2005/8/layout/process5"/>
    <dgm:cxn modelId="{67852D79-21A3-4C5A-B90B-B5F04C35B248}" type="presParOf" srcId="{4D24BB31-5FD9-499E-9E26-D394A90E4F0F}" destId="{EDDD934B-F462-4CD9-A07D-41E2E67674A5}" srcOrd="4" destOrd="0" presId="urn:microsoft.com/office/officeart/2005/8/layout/process5"/>
    <dgm:cxn modelId="{3E98D564-198D-41D7-8086-98C3F4D4CB7F}" type="presParOf" srcId="{4D24BB31-5FD9-499E-9E26-D394A90E4F0F}" destId="{41460369-C5F7-4BA4-A222-39D07B571107}" srcOrd="5" destOrd="0" presId="urn:microsoft.com/office/officeart/2005/8/layout/process5"/>
    <dgm:cxn modelId="{6E439CDF-F6B6-4C89-A4C1-925B96DD7512}" type="presParOf" srcId="{41460369-C5F7-4BA4-A222-39D07B571107}" destId="{5BDB76C8-31EC-4673-B1A4-932BD10FDD54}" srcOrd="0" destOrd="0" presId="urn:microsoft.com/office/officeart/2005/8/layout/process5"/>
    <dgm:cxn modelId="{9A725474-193F-4C8D-9A7B-9F3445D875BB}" type="presParOf" srcId="{4D24BB31-5FD9-499E-9E26-D394A90E4F0F}" destId="{BCC49840-800C-4813-8C01-FFD002058513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373D374-3B17-41BC-B2C4-3A72C0BDF210}" type="doc">
      <dgm:prSet loTypeId="urn:microsoft.com/office/officeart/2005/8/layout/gear1" loCatId="cycle" qsTypeId="urn:microsoft.com/office/officeart/2005/8/quickstyle/3d2" qsCatId="3D" csTypeId="urn:microsoft.com/office/officeart/2005/8/colors/accent5_3" csCatId="accent5" phldr="1"/>
      <dgm:spPr/>
      <dgm:t>
        <a:bodyPr/>
        <a:lstStyle/>
        <a:p>
          <a:endParaRPr lang="es-CO"/>
        </a:p>
      </dgm:t>
    </dgm:pt>
    <dgm:pt modelId="{A1FC8A88-DFA8-4DCC-A3F0-845F581096C7}">
      <dgm:prSet phldrT="[Texto]" custT="1"/>
      <dgm:spPr/>
      <dgm:t>
        <a:bodyPr/>
        <a:lstStyle/>
        <a:p>
          <a:r>
            <a:rPr lang="es-MX" sz="1800" dirty="0"/>
            <a:t>Tanto en ordenas SAP como Manuales/Externas </a:t>
          </a:r>
          <a:endParaRPr lang="es-CO" sz="1800" dirty="0"/>
        </a:p>
      </dgm:t>
    </dgm:pt>
    <dgm:pt modelId="{4EDC792B-0751-432B-8403-61394F5BADBD}" type="parTrans" cxnId="{5994F737-90BB-4869-BE08-BC458B0E3154}">
      <dgm:prSet/>
      <dgm:spPr/>
      <dgm:t>
        <a:bodyPr/>
        <a:lstStyle/>
        <a:p>
          <a:endParaRPr lang="es-CO"/>
        </a:p>
      </dgm:t>
    </dgm:pt>
    <dgm:pt modelId="{801FC840-BB21-4056-91A3-6943DC89D4EB}" type="sibTrans" cxnId="{5994F737-90BB-4869-BE08-BC458B0E3154}">
      <dgm:prSet/>
      <dgm:spPr/>
      <dgm:t>
        <a:bodyPr/>
        <a:lstStyle/>
        <a:p>
          <a:endParaRPr lang="es-CO"/>
        </a:p>
      </dgm:t>
    </dgm:pt>
    <dgm:pt modelId="{E92FEA66-E119-409B-83FD-C1F378BD3EE0}">
      <dgm:prSet phldrT="[Texto]" custT="1"/>
      <dgm:spPr/>
      <dgm:t>
        <a:bodyPr/>
        <a:lstStyle/>
        <a:p>
          <a:r>
            <a:rPr lang="es-CO" sz="1800" b="0" i="0" u="none" dirty="0"/>
            <a:t>Se ajustan al algoritmo excepto diagnóstico específicos </a:t>
          </a:r>
          <a:endParaRPr lang="es-CO" sz="1800" b="0" u="none" dirty="0"/>
        </a:p>
      </dgm:t>
    </dgm:pt>
    <dgm:pt modelId="{9B31341B-1C97-4893-9D7C-69C1C72792AF}" type="sibTrans" cxnId="{92A98139-675E-47D3-959A-DC36DF179C6D}">
      <dgm:prSet/>
      <dgm:spPr/>
      <dgm:t>
        <a:bodyPr/>
        <a:lstStyle/>
        <a:p>
          <a:endParaRPr lang="es-CO"/>
        </a:p>
      </dgm:t>
    </dgm:pt>
    <dgm:pt modelId="{BBDA76C7-4616-4C5B-B7E3-D705CAFC15F4}" type="parTrans" cxnId="{92A98139-675E-47D3-959A-DC36DF179C6D}">
      <dgm:prSet/>
      <dgm:spPr/>
      <dgm:t>
        <a:bodyPr/>
        <a:lstStyle/>
        <a:p>
          <a:endParaRPr lang="es-CO"/>
        </a:p>
      </dgm:t>
    </dgm:pt>
    <dgm:pt modelId="{230B8107-D122-467A-9445-C125D9910472}" type="pres">
      <dgm:prSet presAssocID="{9373D374-3B17-41BC-B2C4-3A72C0BDF210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285B9364-AA9F-4B81-B3B5-F438070D4A2C}" type="pres">
      <dgm:prSet presAssocID="{A1FC8A88-DFA8-4DCC-A3F0-845F581096C7}" presName="gear1" presStyleLbl="node1" presStyleIdx="0" presStyleCnt="2" custScaleX="131984" custScaleY="123024" custLinFactNeighborX="24397" custLinFactNeighborY="4618">
        <dgm:presLayoutVars>
          <dgm:chMax val="1"/>
          <dgm:bulletEnabled val="1"/>
        </dgm:presLayoutVars>
      </dgm:prSet>
      <dgm:spPr/>
    </dgm:pt>
    <dgm:pt modelId="{FD5CD9EA-E6D4-44A6-AD6E-610D0DD993A6}" type="pres">
      <dgm:prSet presAssocID="{A1FC8A88-DFA8-4DCC-A3F0-845F581096C7}" presName="gear1srcNode" presStyleLbl="node1" presStyleIdx="0" presStyleCnt="2"/>
      <dgm:spPr/>
    </dgm:pt>
    <dgm:pt modelId="{C0EC7335-CEDD-4645-A04C-FD655722D600}" type="pres">
      <dgm:prSet presAssocID="{A1FC8A88-DFA8-4DCC-A3F0-845F581096C7}" presName="gear1dstNode" presStyleLbl="node1" presStyleIdx="0" presStyleCnt="2"/>
      <dgm:spPr/>
    </dgm:pt>
    <dgm:pt modelId="{F9A9D2BD-2024-48A2-9BA1-9D2E797CD353}" type="pres">
      <dgm:prSet presAssocID="{E92FEA66-E119-409B-83FD-C1F378BD3EE0}" presName="gear2" presStyleLbl="node1" presStyleIdx="1" presStyleCnt="2" custScaleX="155288" custScaleY="155815">
        <dgm:presLayoutVars>
          <dgm:chMax val="1"/>
          <dgm:bulletEnabled val="1"/>
        </dgm:presLayoutVars>
      </dgm:prSet>
      <dgm:spPr/>
    </dgm:pt>
    <dgm:pt modelId="{AE487652-7295-4BEB-BD91-56020DBF9AED}" type="pres">
      <dgm:prSet presAssocID="{E92FEA66-E119-409B-83FD-C1F378BD3EE0}" presName="gear2srcNode" presStyleLbl="node1" presStyleIdx="1" presStyleCnt="2"/>
      <dgm:spPr/>
    </dgm:pt>
    <dgm:pt modelId="{198E0A06-4224-4199-993A-CFA22FB741EC}" type="pres">
      <dgm:prSet presAssocID="{E92FEA66-E119-409B-83FD-C1F378BD3EE0}" presName="gear2dstNode" presStyleLbl="node1" presStyleIdx="1" presStyleCnt="2"/>
      <dgm:spPr/>
    </dgm:pt>
    <dgm:pt modelId="{A597C55A-54C4-4E2D-A6B9-D85B8F7387D9}" type="pres">
      <dgm:prSet presAssocID="{801FC840-BB21-4056-91A3-6943DC89D4EB}" presName="connector1" presStyleLbl="sibTrans2D1" presStyleIdx="0" presStyleCnt="2" custLinFactNeighborX="28968" custLinFactNeighborY="1503"/>
      <dgm:spPr/>
    </dgm:pt>
    <dgm:pt modelId="{ED1CC2EA-71C8-4B51-B7D5-E3EB91387D2E}" type="pres">
      <dgm:prSet presAssocID="{9B31341B-1C97-4893-9D7C-69C1C72792AF}" presName="connector2" presStyleLbl="sibTrans2D1" presStyleIdx="1" presStyleCnt="2" custLinFactNeighborX="-22486" custLinFactNeighborY="-2239"/>
      <dgm:spPr/>
    </dgm:pt>
  </dgm:ptLst>
  <dgm:cxnLst>
    <dgm:cxn modelId="{5994F737-90BB-4869-BE08-BC458B0E3154}" srcId="{9373D374-3B17-41BC-B2C4-3A72C0BDF210}" destId="{A1FC8A88-DFA8-4DCC-A3F0-845F581096C7}" srcOrd="0" destOrd="0" parTransId="{4EDC792B-0751-432B-8403-61394F5BADBD}" sibTransId="{801FC840-BB21-4056-91A3-6943DC89D4EB}"/>
    <dgm:cxn modelId="{92A98139-675E-47D3-959A-DC36DF179C6D}" srcId="{9373D374-3B17-41BC-B2C4-3A72C0BDF210}" destId="{E92FEA66-E119-409B-83FD-C1F378BD3EE0}" srcOrd="1" destOrd="0" parTransId="{BBDA76C7-4616-4C5B-B7E3-D705CAFC15F4}" sibTransId="{9B31341B-1C97-4893-9D7C-69C1C72792AF}"/>
    <dgm:cxn modelId="{5E538370-6396-456D-9778-BC83039E1B59}" type="presOf" srcId="{9B31341B-1C97-4893-9D7C-69C1C72792AF}" destId="{ED1CC2EA-71C8-4B51-B7D5-E3EB91387D2E}" srcOrd="0" destOrd="0" presId="urn:microsoft.com/office/officeart/2005/8/layout/gear1"/>
    <dgm:cxn modelId="{21798F51-AC18-4870-AE47-89AA52FF783A}" type="presOf" srcId="{A1FC8A88-DFA8-4DCC-A3F0-845F581096C7}" destId="{FD5CD9EA-E6D4-44A6-AD6E-610D0DD993A6}" srcOrd="1" destOrd="0" presId="urn:microsoft.com/office/officeart/2005/8/layout/gear1"/>
    <dgm:cxn modelId="{7FFFAF57-94EA-4F4D-A022-F27DF913AA87}" type="presOf" srcId="{E92FEA66-E119-409B-83FD-C1F378BD3EE0}" destId="{F9A9D2BD-2024-48A2-9BA1-9D2E797CD353}" srcOrd="0" destOrd="0" presId="urn:microsoft.com/office/officeart/2005/8/layout/gear1"/>
    <dgm:cxn modelId="{2EE68585-CFD9-4438-9287-B113207DD616}" type="presOf" srcId="{A1FC8A88-DFA8-4DCC-A3F0-845F581096C7}" destId="{285B9364-AA9F-4B81-B3B5-F438070D4A2C}" srcOrd="0" destOrd="0" presId="urn:microsoft.com/office/officeart/2005/8/layout/gear1"/>
    <dgm:cxn modelId="{6C45F89E-8242-4447-A7C4-27F7D93AAF7C}" type="presOf" srcId="{801FC840-BB21-4056-91A3-6943DC89D4EB}" destId="{A597C55A-54C4-4E2D-A6B9-D85B8F7387D9}" srcOrd="0" destOrd="0" presId="urn:microsoft.com/office/officeart/2005/8/layout/gear1"/>
    <dgm:cxn modelId="{AA2431AB-C480-444D-B975-7B9D39818198}" type="presOf" srcId="{E92FEA66-E119-409B-83FD-C1F378BD3EE0}" destId="{AE487652-7295-4BEB-BD91-56020DBF9AED}" srcOrd="1" destOrd="0" presId="urn:microsoft.com/office/officeart/2005/8/layout/gear1"/>
    <dgm:cxn modelId="{4D762EC5-F723-4C87-92F5-B8FCC91FA16E}" type="presOf" srcId="{E92FEA66-E119-409B-83FD-C1F378BD3EE0}" destId="{198E0A06-4224-4199-993A-CFA22FB741EC}" srcOrd="2" destOrd="0" presId="urn:microsoft.com/office/officeart/2005/8/layout/gear1"/>
    <dgm:cxn modelId="{1C5F11D0-13B7-4711-8D57-DDC2C221298B}" type="presOf" srcId="{9373D374-3B17-41BC-B2C4-3A72C0BDF210}" destId="{230B8107-D122-467A-9445-C125D9910472}" srcOrd="0" destOrd="0" presId="urn:microsoft.com/office/officeart/2005/8/layout/gear1"/>
    <dgm:cxn modelId="{2BA42FFF-761D-42CC-9AAC-9EFFD2FFAA39}" type="presOf" srcId="{A1FC8A88-DFA8-4DCC-A3F0-845F581096C7}" destId="{C0EC7335-CEDD-4645-A04C-FD655722D600}" srcOrd="2" destOrd="0" presId="urn:microsoft.com/office/officeart/2005/8/layout/gear1"/>
    <dgm:cxn modelId="{80105C0F-316F-4AD2-AD6D-5CFD715B7199}" type="presParOf" srcId="{230B8107-D122-467A-9445-C125D9910472}" destId="{285B9364-AA9F-4B81-B3B5-F438070D4A2C}" srcOrd="0" destOrd="0" presId="urn:microsoft.com/office/officeart/2005/8/layout/gear1"/>
    <dgm:cxn modelId="{D9777A81-BF1B-4FEC-BF9F-3ECBE7B0CC72}" type="presParOf" srcId="{230B8107-D122-467A-9445-C125D9910472}" destId="{FD5CD9EA-E6D4-44A6-AD6E-610D0DD993A6}" srcOrd="1" destOrd="0" presId="urn:microsoft.com/office/officeart/2005/8/layout/gear1"/>
    <dgm:cxn modelId="{99C68978-7357-4DE9-9059-688D0590FA82}" type="presParOf" srcId="{230B8107-D122-467A-9445-C125D9910472}" destId="{C0EC7335-CEDD-4645-A04C-FD655722D600}" srcOrd="2" destOrd="0" presId="urn:microsoft.com/office/officeart/2005/8/layout/gear1"/>
    <dgm:cxn modelId="{A54BDB59-F7E8-4062-A76A-EB643E0384C9}" type="presParOf" srcId="{230B8107-D122-467A-9445-C125D9910472}" destId="{F9A9D2BD-2024-48A2-9BA1-9D2E797CD353}" srcOrd="3" destOrd="0" presId="urn:microsoft.com/office/officeart/2005/8/layout/gear1"/>
    <dgm:cxn modelId="{15594CCB-E299-4C8B-8331-9514F4FA69AC}" type="presParOf" srcId="{230B8107-D122-467A-9445-C125D9910472}" destId="{AE487652-7295-4BEB-BD91-56020DBF9AED}" srcOrd="4" destOrd="0" presId="urn:microsoft.com/office/officeart/2005/8/layout/gear1"/>
    <dgm:cxn modelId="{8D00332D-E30C-4B5D-AB64-EE326AC19549}" type="presParOf" srcId="{230B8107-D122-467A-9445-C125D9910472}" destId="{198E0A06-4224-4199-993A-CFA22FB741EC}" srcOrd="5" destOrd="0" presId="urn:microsoft.com/office/officeart/2005/8/layout/gear1"/>
    <dgm:cxn modelId="{479EFB98-8BDB-429C-9E6A-D2C4D96E9C68}" type="presParOf" srcId="{230B8107-D122-467A-9445-C125D9910472}" destId="{A597C55A-54C4-4E2D-A6B9-D85B8F7387D9}" srcOrd="6" destOrd="0" presId="urn:microsoft.com/office/officeart/2005/8/layout/gear1"/>
    <dgm:cxn modelId="{F3A1415B-3528-443C-B0CD-2439E13400AA}" type="presParOf" srcId="{230B8107-D122-467A-9445-C125D9910472}" destId="{ED1CC2EA-71C8-4B51-B7D5-E3EB91387D2E}" srcOrd="7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373D374-3B17-41BC-B2C4-3A72C0BDF210}" type="doc">
      <dgm:prSet loTypeId="urn:microsoft.com/office/officeart/2005/8/layout/cycle4" loCatId="cycle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A1FC8A88-DFA8-4DCC-A3F0-845F581096C7}">
      <dgm:prSet phldrT="[Texto]" custT="1"/>
      <dgm:spPr>
        <a:solidFill>
          <a:srgbClr val="0070C0"/>
        </a:solidFill>
      </dgm:spPr>
      <dgm:t>
        <a:bodyPr/>
        <a:lstStyle/>
        <a:p>
          <a:r>
            <a:rPr lang="es-MX" sz="1400" dirty="0"/>
            <a:t>Ordenes SAP </a:t>
          </a:r>
        </a:p>
        <a:p>
          <a:r>
            <a:rPr lang="es-MX" sz="1400" dirty="0"/>
            <a:t>Si solicitan  Anticuerpos y Rápidas </a:t>
          </a:r>
          <a:endParaRPr lang="es-CO" sz="1400" dirty="0"/>
        </a:p>
      </dgm:t>
    </dgm:pt>
    <dgm:pt modelId="{4EDC792B-0751-432B-8403-61394F5BADBD}" type="parTrans" cxnId="{5994F737-90BB-4869-BE08-BC458B0E3154}">
      <dgm:prSet/>
      <dgm:spPr/>
      <dgm:t>
        <a:bodyPr/>
        <a:lstStyle/>
        <a:p>
          <a:endParaRPr lang="es-CO"/>
        </a:p>
      </dgm:t>
    </dgm:pt>
    <dgm:pt modelId="{801FC840-BB21-4056-91A3-6943DC89D4EB}" type="sibTrans" cxnId="{5994F737-90BB-4869-BE08-BC458B0E3154}">
      <dgm:prSet/>
      <dgm:spPr/>
      <dgm:t>
        <a:bodyPr/>
        <a:lstStyle/>
        <a:p>
          <a:endParaRPr lang="es-CO"/>
        </a:p>
      </dgm:t>
    </dgm:pt>
    <dgm:pt modelId="{4CCA4CA3-1CC7-45E0-87F2-5EBA0D3953BF}">
      <dgm:prSet phldrT="[Texto]" custT="1"/>
      <dgm:spPr/>
      <dgm:t>
        <a:bodyPr/>
        <a:lstStyle/>
        <a:p>
          <a:r>
            <a:rPr lang="es-MX" sz="1400" dirty="0"/>
            <a:t>Ordenes Manuales/ Externas </a:t>
          </a:r>
          <a:endParaRPr lang="es-CO" sz="1400" dirty="0"/>
        </a:p>
      </dgm:t>
    </dgm:pt>
    <dgm:pt modelId="{8185CE47-5971-4AE4-8AF1-43CD2D6BCA22}" type="parTrans" cxnId="{3531D1A9-C04E-4EB2-944F-C4BB0A93A1DA}">
      <dgm:prSet/>
      <dgm:spPr/>
      <dgm:t>
        <a:bodyPr/>
        <a:lstStyle/>
        <a:p>
          <a:endParaRPr lang="es-CO"/>
        </a:p>
      </dgm:t>
    </dgm:pt>
    <dgm:pt modelId="{3A59525C-9A3F-4390-B66B-54113879B5BD}" type="sibTrans" cxnId="{3531D1A9-C04E-4EB2-944F-C4BB0A93A1DA}">
      <dgm:prSet/>
      <dgm:spPr/>
      <dgm:t>
        <a:bodyPr/>
        <a:lstStyle/>
        <a:p>
          <a:endParaRPr lang="es-CO"/>
        </a:p>
      </dgm:t>
    </dgm:pt>
    <dgm:pt modelId="{D0222C72-4E35-45C7-8A97-7D1992201A4D}">
      <dgm:prSet phldrT="[Texto]" custT="1"/>
      <dgm:spPr/>
      <dgm:t>
        <a:bodyPr/>
        <a:lstStyle/>
        <a:p>
          <a:r>
            <a:rPr lang="es-MX" sz="1400" dirty="0"/>
            <a:t>Pacientes Maternas </a:t>
          </a:r>
          <a:endParaRPr lang="es-CO" sz="1400" dirty="0"/>
        </a:p>
      </dgm:t>
    </dgm:pt>
    <dgm:pt modelId="{7693DA3B-EBE9-4E9E-8406-87456AE252B8}" type="parTrans" cxnId="{92CC5372-8754-4B4B-9F8D-A152714231EA}">
      <dgm:prSet/>
      <dgm:spPr/>
      <dgm:t>
        <a:bodyPr/>
        <a:lstStyle/>
        <a:p>
          <a:endParaRPr lang="es-CO"/>
        </a:p>
      </dgm:t>
    </dgm:pt>
    <dgm:pt modelId="{1A281D15-73D7-4F11-9EA1-C9ADDDBCD499}" type="sibTrans" cxnId="{92CC5372-8754-4B4B-9F8D-A152714231EA}">
      <dgm:prSet/>
      <dgm:spPr/>
      <dgm:t>
        <a:bodyPr/>
        <a:lstStyle/>
        <a:p>
          <a:endParaRPr lang="es-CO"/>
        </a:p>
      </dgm:t>
    </dgm:pt>
    <dgm:pt modelId="{E593DC5B-8EDB-424F-9654-DD4DDEAC7874}">
      <dgm:prSet phldrT="[Texto]" custT="1"/>
      <dgm:spPr>
        <a:solidFill>
          <a:schemeClr val="accent2"/>
        </a:solidFill>
      </dgm:spPr>
      <dgm:t>
        <a:bodyPr/>
        <a:lstStyle/>
        <a:p>
          <a:r>
            <a:rPr lang="es-MX" sz="1400" dirty="0"/>
            <a:t>Nota:</a:t>
          </a:r>
          <a:endParaRPr lang="es-CO" sz="1400" dirty="0"/>
        </a:p>
      </dgm:t>
    </dgm:pt>
    <dgm:pt modelId="{EB953BE5-3012-4A99-88D7-7CA5CAF9DFD1}" type="parTrans" cxnId="{E742BB4E-458A-403F-8D74-270C41E25921}">
      <dgm:prSet/>
      <dgm:spPr/>
      <dgm:t>
        <a:bodyPr/>
        <a:lstStyle/>
        <a:p>
          <a:endParaRPr lang="es-CO"/>
        </a:p>
      </dgm:t>
    </dgm:pt>
    <dgm:pt modelId="{F8D76325-F6FE-4E9A-A654-F55C4BADA020}" type="sibTrans" cxnId="{E742BB4E-458A-403F-8D74-270C41E25921}">
      <dgm:prSet/>
      <dgm:spPr/>
      <dgm:t>
        <a:bodyPr/>
        <a:lstStyle/>
        <a:p>
          <a:endParaRPr lang="es-CO"/>
        </a:p>
      </dgm:t>
    </dgm:pt>
    <dgm:pt modelId="{C6623C1B-E607-4DE0-B629-DAD2A6613542}" type="pres">
      <dgm:prSet presAssocID="{9373D374-3B17-41BC-B2C4-3A72C0BDF210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17AB513F-033F-49CA-B7B2-CE0DC785D12A}" type="pres">
      <dgm:prSet presAssocID="{9373D374-3B17-41BC-B2C4-3A72C0BDF210}" presName="children" presStyleCnt="0"/>
      <dgm:spPr/>
    </dgm:pt>
    <dgm:pt modelId="{7925EC3C-067A-4813-874C-72FA3EBBBCF3}" type="pres">
      <dgm:prSet presAssocID="{9373D374-3B17-41BC-B2C4-3A72C0BDF210}" presName="childPlaceholder" presStyleCnt="0"/>
      <dgm:spPr/>
    </dgm:pt>
    <dgm:pt modelId="{4EB24150-25CD-4AD1-8FF6-632154FB413F}" type="pres">
      <dgm:prSet presAssocID="{9373D374-3B17-41BC-B2C4-3A72C0BDF210}" presName="circle" presStyleCnt="0"/>
      <dgm:spPr/>
    </dgm:pt>
    <dgm:pt modelId="{03425BB7-88A0-4DB1-B3C8-B7255CD7BF12}" type="pres">
      <dgm:prSet presAssocID="{9373D374-3B17-41BC-B2C4-3A72C0BDF210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D213AFFC-46B9-4EDB-8D64-6D1534C512F5}" type="pres">
      <dgm:prSet presAssocID="{9373D374-3B17-41BC-B2C4-3A72C0BDF210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130274E4-FCA2-4E9B-B4C1-401F4CC6FB24}" type="pres">
      <dgm:prSet presAssocID="{9373D374-3B17-41BC-B2C4-3A72C0BDF210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82741F98-0081-4EF1-B986-C4A72407EEF8}" type="pres">
      <dgm:prSet presAssocID="{9373D374-3B17-41BC-B2C4-3A72C0BDF210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20E159C8-CA9D-4025-AE24-F326E2981524}" type="pres">
      <dgm:prSet presAssocID="{9373D374-3B17-41BC-B2C4-3A72C0BDF210}" presName="quadrantPlaceholder" presStyleCnt="0"/>
      <dgm:spPr/>
    </dgm:pt>
    <dgm:pt modelId="{9FB2BFBB-AAEF-4027-9B66-FE17DFC53C65}" type="pres">
      <dgm:prSet presAssocID="{9373D374-3B17-41BC-B2C4-3A72C0BDF210}" presName="center1" presStyleLbl="fgShp" presStyleIdx="0" presStyleCnt="2"/>
      <dgm:spPr/>
    </dgm:pt>
    <dgm:pt modelId="{DA1F8999-D2FE-47EE-9D67-8FC75B139B05}" type="pres">
      <dgm:prSet presAssocID="{9373D374-3B17-41BC-B2C4-3A72C0BDF210}" presName="center2" presStyleLbl="fgShp" presStyleIdx="1" presStyleCnt="2"/>
      <dgm:spPr/>
    </dgm:pt>
  </dgm:ptLst>
  <dgm:cxnLst>
    <dgm:cxn modelId="{3CD7CF26-559F-4BF0-A84E-962100DF6C46}" type="presOf" srcId="{E593DC5B-8EDB-424F-9654-DD4DDEAC7874}" destId="{82741F98-0081-4EF1-B986-C4A72407EEF8}" srcOrd="0" destOrd="0" presId="urn:microsoft.com/office/officeart/2005/8/layout/cycle4"/>
    <dgm:cxn modelId="{5994F737-90BB-4869-BE08-BC458B0E3154}" srcId="{9373D374-3B17-41BC-B2C4-3A72C0BDF210}" destId="{A1FC8A88-DFA8-4DCC-A3F0-845F581096C7}" srcOrd="0" destOrd="0" parTransId="{4EDC792B-0751-432B-8403-61394F5BADBD}" sibTransId="{801FC840-BB21-4056-91A3-6943DC89D4EB}"/>
    <dgm:cxn modelId="{37576E43-A3A1-4838-AB35-B839589ED797}" type="presOf" srcId="{D0222C72-4E35-45C7-8A97-7D1992201A4D}" destId="{130274E4-FCA2-4E9B-B4C1-401F4CC6FB24}" srcOrd="0" destOrd="0" presId="urn:microsoft.com/office/officeart/2005/8/layout/cycle4"/>
    <dgm:cxn modelId="{E742BB4E-458A-403F-8D74-270C41E25921}" srcId="{9373D374-3B17-41BC-B2C4-3A72C0BDF210}" destId="{E593DC5B-8EDB-424F-9654-DD4DDEAC7874}" srcOrd="3" destOrd="0" parTransId="{EB953BE5-3012-4A99-88D7-7CA5CAF9DFD1}" sibTransId="{F8D76325-F6FE-4E9A-A654-F55C4BADA020}"/>
    <dgm:cxn modelId="{92CC5372-8754-4B4B-9F8D-A152714231EA}" srcId="{9373D374-3B17-41BC-B2C4-3A72C0BDF210}" destId="{D0222C72-4E35-45C7-8A97-7D1992201A4D}" srcOrd="2" destOrd="0" parTransId="{7693DA3B-EBE9-4E9E-8406-87456AE252B8}" sibTransId="{1A281D15-73D7-4F11-9EA1-C9ADDDBCD499}"/>
    <dgm:cxn modelId="{3531D1A9-C04E-4EB2-944F-C4BB0A93A1DA}" srcId="{9373D374-3B17-41BC-B2C4-3A72C0BDF210}" destId="{4CCA4CA3-1CC7-45E0-87F2-5EBA0D3953BF}" srcOrd="1" destOrd="0" parTransId="{8185CE47-5971-4AE4-8AF1-43CD2D6BCA22}" sibTransId="{3A59525C-9A3F-4390-B66B-54113879B5BD}"/>
    <dgm:cxn modelId="{BEF25FBA-97CD-48F0-A448-900C8CBBE6E8}" type="presOf" srcId="{9373D374-3B17-41BC-B2C4-3A72C0BDF210}" destId="{C6623C1B-E607-4DE0-B629-DAD2A6613542}" srcOrd="0" destOrd="0" presId="urn:microsoft.com/office/officeart/2005/8/layout/cycle4"/>
    <dgm:cxn modelId="{5CE4B0EB-7EE4-4B02-BDEE-5434EA82777C}" type="presOf" srcId="{A1FC8A88-DFA8-4DCC-A3F0-845F581096C7}" destId="{03425BB7-88A0-4DB1-B3C8-B7255CD7BF12}" srcOrd="0" destOrd="0" presId="urn:microsoft.com/office/officeart/2005/8/layout/cycle4"/>
    <dgm:cxn modelId="{E00D00F2-EC39-44B1-A6AB-68D3108C5DD7}" type="presOf" srcId="{4CCA4CA3-1CC7-45E0-87F2-5EBA0D3953BF}" destId="{D213AFFC-46B9-4EDB-8D64-6D1534C512F5}" srcOrd="0" destOrd="0" presId="urn:microsoft.com/office/officeart/2005/8/layout/cycle4"/>
    <dgm:cxn modelId="{A4B1ECF8-7708-4672-B223-1F726C769488}" type="presParOf" srcId="{C6623C1B-E607-4DE0-B629-DAD2A6613542}" destId="{17AB513F-033F-49CA-B7B2-CE0DC785D12A}" srcOrd="0" destOrd="0" presId="urn:microsoft.com/office/officeart/2005/8/layout/cycle4"/>
    <dgm:cxn modelId="{FB3AA1CE-9B93-43A4-B4EF-4B8A2EBBB795}" type="presParOf" srcId="{17AB513F-033F-49CA-B7B2-CE0DC785D12A}" destId="{7925EC3C-067A-4813-874C-72FA3EBBBCF3}" srcOrd="0" destOrd="0" presId="urn:microsoft.com/office/officeart/2005/8/layout/cycle4"/>
    <dgm:cxn modelId="{62E91E9C-A90E-4433-8FB8-C64880841226}" type="presParOf" srcId="{C6623C1B-E607-4DE0-B629-DAD2A6613542}" destId="{4EB24150-25CD-4AD1-8FF6-632154FB413F}" srcOrd="1" destOrd="0" presId="urn:microsoft.com/office/officeart/2005/8/layout/cycle4"/>
    <dgm:cxn modelId="{56D6341A-D4F2-4915-848C-92CB9001282E}" type="presParOf" srcId="{4EB24150-25CD-4AD1-8FF6-632154FB413F}" destId="{03425BB7-88A0-4DB1-B3C8-B7255CD7BF12}" srcOrd="0" destOrd="0" presId="urn:microsoft.com/office/officeart/2005/8/layout/cycle4"/>
    <dgm:cxn modelId="{CC11D774-6061-42B5-A61D-F57EA29B699C}" type="presParOf" srcId="{4EB24150-25CD-4AD1-8FF6-632154FB413F}" destId="{D213AFFC-46B9-4EDB-8D64-6D1534C512F5}" srcOrd="1" destOrd="0" presId="urn:microsoft.com/office/officeart/2005/8/layout/cycle4"/>
    <dgm:cxn modelId="{3078BF85-E21C-4A44-BDF1-094E89C01E29}" type="presParOf" srcId="{4EB24150-25CD-4AD1-8FF6-632154FB413F}" destId="{130274E4-FCA2-4E9B-B4C1-401F4CC6FB24}" srcOrd="2" destOrd="0" presId="urn:microsoft.com/office/officeart/2005/8/layout/cycle4"/>
    <dgm:cxn modelId="{EBCCCF6A-1208-4A86-B4FE-ADE546673189}" type="presParOf" srcId="{4EB24150-25CD-4AD1-8FF6-632154FB413F}" destId="{82741F98-0081-4EF1-B986-C4A72407EEF8}" srcOrd="3" destOrd="0" presId="urn:microsoft.com/office/officeart/2005/8/layout/cycle4"/>
    <dgm:cxn modelId="{E1AA2BB0-DAEC-4A9B-B86C-E261E4D786A3}" type="presParOf" srcId="{4EB24150-25CD-4AD1-8FF6-632154FB413F}" destId="{20E159C8-CA9D-4025-AE24-F326E2981524}" srcOrd="4" destOrd="0" presId="urn:microsoft.com/office/officeart/2005/8/layout/cycle4"/>
    <dgm:cxn modelId="{DC2E325E-076C-49DF-88FC-27215D94B8AC}" type="presParOf" srcId="{C6623C1B-E607-4DE0-B629-DAD2A6613542}" destId="{9FB2BFBB-AAEF-4027-9B66-FE17DFC53C65}" srcOrd="2" destOrd="0" presId="urn:microsoft.com/office/officeart/2005/8/layout/cycle4"/>
    <dgm:cxn modelId="{DDF490CC-8336-440E-BA23-0171531DB834}" type="presParOf" srcId="{C6623C1B-E607-4DE0-B629-DAD2A6613542}" destId="{DA1F8999-D2FE-47EE-9D67-8FC75B139B05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56E642A-4E92-4E2A-809F-59EBABE2DB11}" type="doc">
      <dgm:prSet loTypeId="urn:microsoft.com/office/officeart/2005/8/layout/chevron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93AEF5E9-674D-4FF9-BD7A-69A633DC1BC6}">
      <dgm:prSet phldrT="[Texto]" custT="1"/>
      <dgm:spPr/>
      <dgm:t>
        <a:bodyPr/>
        <a:lstStyle/>
        <a:p>
          <a:pPr>
            <a:buNone/>
          </a:pPr>
          <a:endParaRPr lang="es-ES" sz="1600" b="1" dirty="0"/>
        </a:p>
        <a:p>
          <a:pPr>
            <a:buNone/>
          </a:pPr>
          <a:r>
            <a:rPr lang="es-ES" sz="1600" b="1" dirty="0"/>
            <a:t>90700804 </a:t>
          </a:r>
          <a:r>
            <a:rPr lang="es-ES" sz="1600" dirty="0"/>
            <a:t>Tamizaje de cáncer de colon  sangre oculta de 50 a 75 años</a:t>
          </a:r>
          <a:endParaRPr lang="es-CO" sz="1600" dirty="0"/>
        </a:p>
      </dgm:t>
    </dgm:pt>
    <dgm:pt modelId="{B8709C69-AE41-4CB7-A328-B3C1AE89203E}" type="parTrans" cxnId="{6E11A4B5-5754-484A-B995-ED3988EF3A08}">
      <dgm:prSet/>
      <dgm:spPr/>
      <dgm:t>
        <a:bodyPr/>
        <a:lstStyle/>
        <a:p>
          <a:endParaRPr lang="es-CO"/>
        </a:p>
      </dgm:t>
    </dgm:pt>
    <dgm:pt modelId="{093A0A32-69ED-4A07-A158-82FDC7F7A310}" type="sibTrans" cxnId="{6E11A4B5-5754-484A-B995-ED3988EF3A08}">
      <dgm:prSet/>
      <dgm:spPr/>
      <dgm:t>
        <a:bodyPr/>
        <a:lstStyle/>
        <a:p>
          <a:endParaRPr lang="es-CO"/>
        </a:p>
      </dgm:t>
    </dgm:pt>
    <dgm:pt modelId="{86605A4B-7A7E-4276-83DB-59AAF6814DEB}">
      <dgm:prSet phldrT="[Texto]"/>
      <dgm:spPr/>
      <dgm:t>
        <a:bodyPr/>
        <a:lstStyle/>
        <a:p>
          <a:r>
            <a:rPr lang="es-CO" dirty="0"/>
            <a:t>Orden SAP u orden Manual/Externa</a:t>
          </a:r>
        </a:p>
      </dgm:t>
    </dgm:pt>
    <dgm:pt modelId="{A069F992-8BA0-4BF2-A222-D8FF9BA884D3}" type="parTrans" cxnId="{83343E1C-9D2C-4CA3-9643-4EE3B4A9B92F}">
      <dgm:prSet/>
      <dgm:spPr/>
      <dgm:t>
        <a:bodyPr/>
        <a:lstStyle/>
        <a:p>
          <a:endParaRPr lang="es-CO"/>
        </a:p>
      </dgm:t>
    </dgm:pt>
    <dgm:pt modelId="{ED0C2223-12C9-4E7B-B37E-D3F441931855}" type="sibTrans" cxnId="{83343E1C-9D2C-4CA3-9643-4EE3B4A9B92F}">
      <dgm:prSet/>
      <dgm:spPr/>
      <dgm:t>
        <a:bodyPr/>
        <a:lstStyle/>
        <a:p>
          <a:endParaRPr lang="es-CO"/>
        </a:p>
      </dgm:t>
    </dgm:pt>
    <dgm:pt modelId="{19E18BEA-E669-45EE-94AF-0F17F310E042}">
      <dgm:prSet phldrT="[Texto]" custT="1"/>
      <dgm:spPr/>
      <dgm:t>
        <a:bodyPr/>
        <a:lstStyle/>
        <a:p>
          <a:endParaRPr lang="es-ES" sz="1600" b="1" i="0" dirty="0"/>
        </a:p>
        <a:p>
          <a:r>
            <a:rPr lang="es-ES" sz="1600" b="1" i="0" dirty="0"/>
            <a:t>90661001 </a:t>
          </a:r>
          <a:r>
            <a:rPr lang="es-ES" sz="1600" b="0" i="0" dirty="0"/>
            <a:t>Tamizaje cáncer de próstata antígeno prostático 50 a 75 años</a:t>
          </a:r>
          <a:endParaRPr lang="es-CO" sz="1600" b="0" dirty="0"/>
        </a:p>
      </dgm:t>
    </dgm:pt>
    <dgm:pt modelId="{2D0AF5E7-2CD6-412F-8A10-2B8F194F2C08}" type="parTrans" cxnId="{43E3A7F3-66ED-423B-AC07-42A917E239CE}">
      <dgm:prSet/>
      <dgm:spPr/>
      <dgm:t>
        <a:bodyPr/>
        <a:lstStyle/>
        <a:p>
          <a:endParaRPr lang="es-CO"/>
        </a:p>
      </dgm:t>
    </dgm:pt>
    <dgm:pt modelId="{83AC925C-778E-4621-B449-FE9E70FE82C9}" type="sibTrans" cxnId="{43E3A7F3-66ED-423B-AC07-42A917E239CE}">
      <dgm:prSet/>
      <dgm:spPr/>
      <dgm:t>
        <a:bodyPr/>
        <a:lstStyle/>
        <a:p>
          <a:endParaRPr lang="es-CO"/>
        </a:p>
      </dgm:t>
    </dgm:pt>
    <dgm:pt modelId="{5097E348-3D67-46E3-A31C-8A164EBBBC19}">
      <dgm:prSet phldrT="[Texto]"/>
      <dgm:spPr/>
      <dgm:t>
        <a:bodyPr/>
        <a:lstStyle/>
        <a:p>
          <a:r>
            <a:rPr lang="es-CO"/>
            <a:t>Orden SAP u orden Manual/Externa</a:t>
          </a:r>
          <a:endParaRPr lang="es-CO" dirty="0"/>
        </a:p>
      </dgm:t>
    </dgm:pt>
    <dgm:pt modelId="{BCE7C0BD-D552-4F12-A7A0-0043773B7A99}" type="parTrans" cxnId="{C848E9FB-2C6A-4CB9-A0D4-AC8DDDF26F6B}">
      <dgm:prSet/>
      <dgm:spPr/>
      <dgm:t>
        <a:bodyPr/>
        <a:lstStyle/>
        <a:p>
          <a:endParaRPr lang="es-CO"/>
        </a:p>
      </dgm:t>
    </dgm:pt>
    <dgm:pt modelId="{8039F6D6-8BE2-4EAF-B967-1EE36300F753}" type="sibTrans" cxnId="{C848E9FB-2C6A-4CB9-A0D4-AC8DDDF26F6B}">
      <dgm:prSet/>
      <dgm:spPr/>
      <dgm:t>
        <a:bodyPr/>
        <a:lstStyle/>
        <a:p>
          <a:endParaRPr lang="es-CO"/>
        </a:p>
      </dgm:t>
    </dgm:pt>
    <dgm:pt modelId="{F550D305-C83D-446A-A875-BD38B91234EB}">
      <dgm:prSet phldrT="[Texto]"/>
      <dgm:spPr/>
      <dgm:t>
        <a:bodyPr/>
        <a:lstStyle/>
        <a:p>
          <a:endParaRPr lang="es-CO" dirty="0"/>
        </a:p>
      </dgm:t>
    </dgm:pt>
    <dgm:pt modelId="{83EF8D97-1F73-43DD-8AF0-84DB67006F89}" type="parTrans" cxnId="{66C29EFB-F8FE-481C-AA40-96DE4D5A2164}">
      <dgm:prSet/>
      <dgm:spPr/>
      <dgm:t>
        <a:bodyPr/>
        <a:lstStyle/>
        <a:p>
          <a:endParaRPr lang="es-CO"/>
        </a:p>
      </dgm:t>
    </dgm:pt>
    <dgm:pt modelId="{9A751777-05A5-426E-A8CB-370EE5A4DD6E}" type="sibTrans" cxnId="{66C29EFB-F8FE-481C-AA40-96DE4D5A2164}">
      <dgm:prSet/>
      <dgm:spPr/>
      <dgm:t>
        <a:bodyPr/>
        <a:lstStyle/>
        <a:p>
          <a:endParaRPr lang="es-CO"/>
        </a:p>
      </dgm:t>
    </dgm:pt>
    <dgm:pt modelId="{13FF3685-A2E9-4FB9-817E-51DEAC2F9BD2}">
      <dgm:prSet phldrT="[Texto]"/>
      <dgm:spPr/>
      <dgm:t>
        <a:bodyPr/>
        <a:lstStyle/>
        <a:p>
          <a:r>
            <a:rPr lang="es-MX" dirty="0"/>
            <a:t>Edad paciente entre 50 – 75 años </a:t>
          </a:r>
          <a:endParaRPr lang="es-CO" dirty="0"/>
        </a:p>
      </dgm:t>
    </dgm:pt>
    <dgm:pt modelId="{823B533B-DD2A-4C86-8E27-A1B91DCD435D}" type="parTrans" cxnId="{8789E32D-FE18-4070-A848-7CFABC16C942}">
      <dgm:prSet/>
      <dgm:spPr/>
      <dgm:t>
        <a:bodyPr/>
        <a:lstStyle/>
        <a:p>
          <a:endParaRPr lang="es-CO"/>
        </a:p>
      </dgm:t>
    </dgm:pt>
    <dgm:pt modelId="{B79B34C9-468D-4347-9D1F-7F5A3F0E1BF8}" type="sibTrans" cxnId="{8789E32D-FE18-4070-A848-7CFABC16C942}">
      <dgm:prSet/>
      <dgm:spPr/>
      <dgm:t>
        <a:bodyPr/>
        <a:lstStyle/>
        <a:p>
          <a:endParaRPr lang="es-CO"/>
        </a:p>
      </dgm:t>
    </dgm:pt>
    <dgm:pt modelId="{39E15C0C-7877-43ED-A622-EE3CBFD83BB4}">
      <dgm:prSet phldrT="[Texto]"/>
      <dgm:spPr/>
      <dgm:t>
        <a:bodyPr/>
        <a:lstStyle/>
        <a:p>
          <a:r>
            <a:rPr lang="es-MX" dirty="0"/>
            <a:t>Fuera de la edad se ajusta a Cups </a:t>
          </a:r>
          <a:r>
            <a:rPr lang="es-CO" b="1" dirty="0"/>
            <a:t>907009</a:t>
          </a:r>
          <a:r>
            <a:rPr lang="es-CO" dirty="0"/>
            <a:t> sangre oculta</a:t>
          </a:r>
        </a:p>
      </dgm:t>
    </dgm:pt>
    <dgm:pt modelId="{4C1872B3-B862-479B-8F78-CB3DFE3FBD29}" type="parTrans" cxnId="{836DF1EC-3368-4B73-B456-EC43F35BDD7B}">
      <dgm:prSet/>
      <dgm:spPr/>
      <dgm:t>
        <a:bodyPr/>
        <a:lstStyle/>
        <a:p>
          <a:endParaRPr lang="es-CO"/>
        </a:p>
      </dgm:t>
    </dgm:pt>
    <dgm:pt modelId="{1A5A998F-40AF-4882-B59C-142185B39DD3}" type="sibTrans" cxnId="{836DF1EC-3368-4B73-B456-EC43F35BDD7B}">
      <dgm:prSet/>
      <dgm:spPr/>
      <dgm:t>
        <a:bodyPr/>
        <a:lstStyle/>
        <a:p>
          <a:endParaRPr lang="es-CO"/>
        </a:p>
      </dgm:t>
    </dgm:pt>
    <dgm:pt modelId="{BDAB6363-1292-4BF5-8443-C928AAE35939}">
      <dgm:prSet phldrT="[Texto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s-ES" dirty="0"/>
            <a:t>Notificar a coordinación médica para la retroalimentación al medico </a:t>
          </a:r>
          <a:endParaRPr lang="es-CO" dirty="0"/>
        </a:p>
      </dgm:t>
    </dgm:pt>
    <dgm:pt modelId="{1896ECA4-1399-438D-927C-7CE53CC4A36F}" type="parTrans" cxnId="{26A9DAFD-532F-4ED6-914E-022D8D119147}">
      <dgm:prSet/>
      <dgm:spPr/>
      <dgm:t>
        <a:bodyPr/>
        <a:lstStyle/>
        <a:p>
          <a:endParaRPr lang="es-CO"/>
        </a:p>
      </dgm:t>
    </dgm:pt>
    <dgm:pt modelId="{0A94E649-9C2D-4811-BCFC-EF3A5C92AF75}" type="sibTrans" cxnId="{26A9DAFD-532F-4ED6-914E-022D8D119147}">
      <dgm:prSet/>
      <dgm:spPr/>
      <dgm:t>
        <a:bodyPr/>
        <a:lstStyle/>
        <a:p>
          <a:endParaRPr lang="es-CO"/>
        </a:p>
      </dgm:t>
    </dgm:pt>
    <dgm:pt modelId="{C8FC802C-02E2-4D8D-B8CF-A48523160AF8}">
      <dgm:prSet/>
      <dgm:spPr/>
      <dgm:t>
        <a:bodyPr/>
        <a:lstStyle/>
        <a:p>
          <a:r>
            <a:rPr lang="es-MX" dirty="0"/>
            <a:t>Edad paciente entre 50 – 75 años </a:t>
          </a:r>
          <a:endParaRPr lang="es-CO" dirty="0"/>
        </a:p>
      </dgm:t>
    </dgm:pt>
    <dgm:pt modelId="{05A8E095-979F-43C8-BA10-2BB4F1F7FC13}" type="parTrans" cxnId="{B35FC029-5F97-4FDA-900C-E536E35CB13F}">
      <dgm:prSet/>
      <dgm:spPr/>
      <dgm:t>
        <a:bodyPr/>
        <a:lstStyle/>
        <a:p>
          <a:endParaRPr lang="es-CO"/>
        </a:p>
      </dgm:t>
    </dgm:pt>
    <dgm:pt modelId="{DB16901C-4F10-481F-BAC2-23212A0F5063}" type="sibTrans" cxnId="{B35FC029-5F97-4FDA-900C-E536E35CB13F}">
      <dgm:prSet/>
      <dgm:spPr/>
      <dgm:t>
        <a:bodyPr/>
        <a:lstStyle/>
        <a:p>
          <a:endParaRPr lang="es-CO"/>
        </a:p>
      </dgm:t>
    </dgm:pt>
    <dgm:pt modelId="{2BE8CFD6-B4AC-4D42-B1F7-B24252FEB199}">
      <dgm:prSet/>
      <dgm:spPr/>
      <dgm:t>
        <a:bodyPr/>
        <a:lstStyle/>
        <a:p>
          <a:r>
            <a:rPr lang="es-MX" dirty="0"/>
            <a:t>Fuera de la edad se ajusta a Cups </a:t>
          </a:r>
          <a:r>
            <a:rPr lang="es-CO" b="1" dirty="0"/>
            <a:t>906610</a:t>
          </a:r>
          <a:r>
            <a:rPr lang="es-CO" dirty="0"/>
            <a:t> Antígeno Específico de Próstata.</a:t>
          </a:r>
        </a:p>
      </dgm:t>
    </dgm:pt>
    <dgm:pt modelId="{CCF08A73-E323-424B-82C1-9A050427B91F}" type="parTrans" cxnId="{E84E09D5-7E7D-4CAF-A44F-7D291FE12D65}">
      <dgm:prSet/>
      <dgm:spPr/>
      <dgm:t>
        <a:bodyPr/>
        <a:lstStyle/>
        <a:p>
          <a:endParaRPr lang="es-CO"/>
        </a:p>
      </dgm:t>
    </dgm:pt>
    <dgm:pt modelId="{F03AE59B-915B-4336-8D22-263E16F192AA}" type="sibTrans" cxnId="{E84E09D5-7E7D-4CAF-A44F-7D291FE12D65}">
      <dgm:prSet/>
      <dgm:spPr/>
      <dgm:t>
        <a:bodyPr/>
        <a:lstStyle/>
        <a:p>
          <a:endParaRPr lang="es-CO"/>
        </a:p>
      </dgm:t>
    </dgm:pt>
    <dgm:pt modelId="{0AA33468-F2B2-447E-A53D-A2888A652414}">
      <dgm:prSet/>
      <dgm:spPr/>
      <dgm:t>
        <a:bodyPr/>
        <a:lstStyle/>
        <a:p>
          <a:r>
            <a:rPr lang="es-ES" dirty="0"/>
            <a:t>Notificar a coordinación médica para la retroalimentación al medico </a:t>
          </a:r>
          <a:endParaRPr lang="es-CO" dirty="0"/>
        </a:p>
      </dgm:t>
    </dgm:pt>
    <dgm:pt modelId="{AC17DD3C-6F9A-4CD5-9BD6-5EE9FA1EF5D6}" type="parTrans" cxnId="{17091D42-D5A8-481D-B474-A2A94ABC35C4}">
      <dgm:prSet/>
      <dgm:spPr/>
      <dgm:t>
        <a:bodyPr/>
        <a:lstStyle/>
        <a:p>
          <a:endParaRPr lang="es-CO"/>
        </a:p>
      </dgm:t>
    </dgm:pt>
    <dgm:pt modelId="{9CA2F1CD-4CEF-41D5-B833-171819084920}" type="sibTrans" cxnId="{17091D42-D5A8-481D-B474-A2A94ABC35C4}">
      <dgm:prSet/>
      <dgm:spPr/>
      <dgm:t>
        <a:bodyPr/>
        <a:lstStyle/>
        <a:p>
          <a:endParaRPr lang="es-CO"/>
        </a:p>
      </dgm:t>
    </dgm:pt>
    <dgm:pt modelId="{FE58C377-6523-42EA-84A4-A25C266DEBB4}" type="pres">
      <dgm:prSet presAssocID="{F56E642A-4E92-4E2A-809F-59EBABE2DB11}" presName="linearFlow" presStyleCnt="0">
        <dgm:presLayoutVars>
          <dgm:dir/>
          <dgm:animLvl val="lvl"/>
          <dgm:resizeHandles val="exact"/>
        </dgm:presLayoutVars>
      </dgm:prSet>
      <dgm:spPr/>
    </dgm:pt>
    <dgm:pt modelId="{089F5171-58E9-4353-BF62-28CA520BE144}" type="pres">
      <dgm:prSet presAssocID="{93AEF5E9-674D-4FF9-BD7A-69A633DC1BC6}" presName="composite" presStyleCnt="0"/>
      <dgm:spPr/>
    </dgm:pt>
    <dgm:pt modelId="{818722B8-D06C-4F13-AA95-8C893190CA85}" type="pres">
      <dgm:prSet presAssocID="{93AEF5E9-674D-4FF9-BD7A-69A633DC1BC6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B6C2BE19-EAF9-455D-9200-23204266584B}" type="pres">
      <dgm:prSet presAssocID="{93AEF5E9-674D-4FF9-BD7A-69A633DC1BC6}" presName="descendantText" presStyleLbl="alignAcc1" presStyleIdx="0" presStyleCnt="2">
        <dgm:presLayoutVars>
          <dgm:bulletEnabled val="1"/>
        </dgm:presLayoutVars>
      </dgm:prSet>
      <dgm:spPr/>
    </dgm:pt>
    <dgm:pt modelId="{2E2149A2-7B6A-47B0-8A04-9912705EC593}" type="pres">
      <dgm:prSet presAssocID="{093A0A32-69ED-4A07-A158-82FDC7F7A310}" presName="sp" presStyleCnt="0"/>
      <dgm:spPr/>
    </dgm:pt>
    <dgm:pt modelId="{6809EBAC-1F47-4509-AB9D-AE535B373C89}" type="pres">
      <dgm:prSet presAssocID="{19E18BEA-E669-45EE-94AF-0F17F310E042}" presName="composite" presStyleCnt="0"/>
      <dgm:spPr/>
    </dgm:pt>
    <dgm:pt modelId="{82EBFCE1-F799-4535-9532-DE2622CF9F70}" type="pres">
      <dgm:prSet presAssocID="{19E18BEA-E669-45EE-94AF-0F17F310E042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B8D2A907-B626-40EA-9F56-C8E44C16B5C4}" type="pres">
      <dgm:prSet presAssocID="{19E18BEA-E669-45EE-94AF-0F17F310E042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21817513-9E97-4712-8B76-DE25B66BD618}" type="presOf" srcId="{93AEF5E9-674D-4FF9-BD7A-69A633DC1BC6}" destId="{818722B8-D06C-4F13-AA95-8C893190CA85}" srcOrd="0" destOrd="0" presId="urn:microsoft.com/office/officeart/2005/8/layout/chevron2"/>
    <dgm:cxn modelId="{83343E1C-9D2C-4CA3-9643-4EE3B4A9B92F}" srcId="{93AEF5E9-674D-4FF9-BD7A-69A633DC1BC6}" destId="{86605A4B-7A7E-4276-83DB-59AAF6814DEB}" srcOrd="0" destOrd="0" parTransId="{A069F992-8BA0-4BF2-A222-D8FF9BA884D3}" sibTransId="{ED0C2223-12C9-4E7B-B37E-D3F441931855}"/>
    <dgm:cxn modelId="{B35FC029-5F97-4FDA-900C-E536E35CB13F}" srcId="{19E18BEA-E669-45EE-94AF-0F17F310E042}" destId="{C8FC802C-02E2-4D8D-B8CF-A48523160AF8}" srcOrd="2" destOrd="0" parTransId="{05A8E095-979F-43C8-BA10-2BB4F1F7FC13}" sibTransId="{DB16901C-4F10-481F-BAC2-23212A0F5063}"/>
    <dgm:cxn modelId="{8789E32D-FE18-4070-A848-7CFABC16C942}" srcId="{93AEF5E9-674D-4FF9-BD7A-69A633DC1BC6}" destId="{13FF3685-A2E9-4FB9-817E-51DEAC2F9BD2}" srcOrd="1" destOrd="0" parTransId="{823B533B-DD2A-4C86-8E27-A1B91DCD435D}" sibTransId="{B79B34C9-468D-4347-9D1F-7F5A3F0E1BF8}"/>
    <dgm:cxn modelId="{58161E3B-B0B6-4861-8EB0-C6778FF6595C}" type="presOf" srcId="{F56E642A-4E92-4E2A-809F-59EBABE2DB11}" destId="{FE58C377-6523-42EA-84A4-A25C266DEBB4}" srcOrd="0" destOrd="0" presId="urn:microsoft.com/office/officeart/2005/8/layout/chevron2"/>
    <dgm:cxn modelId="{CCE2E73F-8EA5-4556-A179-4518CF37E766}" type="presOf" srcId="{F550D305-C83D-446A-A875-BD38B91234EB}" destId="{B8D2A907-B626-40EA-9F56-C8E44C16B5C4}" srcOrd="0" destOrd="0" presId="urn:microsoft.com/office/officeart/2005/8/layout/chevron2"/>
    <dgm:cxn modelId="{81093A5D-09F7-4218-98F0-172BC412968D}" type="presOf" srcId="{0AA33468-F2B2-447E-A53D-A2888A652414}" destId="{B8D2A907-B626-40EA-9F56-C8E44C16B5C4}" srcOrd="0" destOrd="4" presId="urn:microsoft.com/office/officeart/2005/8/layout/chevron2"/>
    <dgm:cxn modelId="{17091D42-D5A8-481D-B474-A2A94ABC35C4}" srcId="{19E18BEA-E669-45EE-94AF-0F17F310E042}" destId="{0AA33468-F2B2-447E-A53D-A2888A652414}" srcOrd="4" destOrd="0" parTransId="{AC17DD3C-6F9A-4CD5-9BD6-5EE9FA1EF5D6}" sibTransId="{9CA2F1CD-4CEF-41D5-B833-171819084920}"/>
    <dgm:cxn modelId="{C363A24D-AC69-4830-AA97-35B9B258850A}" type="presOf" srcId="{5097E348-3D67-46E3-A31C-8A164EBBBC19}" destId="{B8D2A907-B626-40EA-9F56-C8E44C16B5C4}" srcOrd="0" destOrd="1" presId="urn:microsoft.com/office/officeart/2005/8/layout/chevron2"/>
    <dgm:cxn modelId="{F58EC959-E2EB-420A-A480-41C7F41BAAA7}" type="presOf" srcId="{C8FC802C-02E2-4D8D-B8CF-A48523160AF8}" destId="{B8D2A907-B626-40EA-9F56-C8E44C16B5C4}" srcOrd="0" destOrd="2" presId="urn:microsoft.com/office/officeart/2005/8/layout/chevron2"/>
    <dgm:cxn modelId="{7BA6A07A-280D-4734-B993-1A731A9AB5C9}" type="presOf" srcId="{39E15C0C-7877-43ED-A622-EE3CBFD83BB4}" destId="{B6C2BE19-EAF9-455D-9200-23204266584B}" srcOrd="0" destOrd="2" presId="urn:microsoft.com/office/officeart/2005/8/layout/chevron2"/>
    <dgm:cxn modelId="{A6B99A97-660C-44E3-A685-FCF27DC5B888}" type="presOf" srcId="{13FF3685-A2E9-4FB9-817E-51DEAC2F9BD2}" destId="{B6C2BE19-EAF9-455D-9200-23204266584B}" srcOrd="0" destOrd="1" presId="urn:microsoft.com/office/officeart/2005/8/layout/chevron2"/>
    <dgm:cxn modelId="{04254DA2-D447-4732-951B-43B32A617761}" type="presOf" srcId="{2BE8CFD6-B4AC-4D42-B1F7-B24252FEB199}" destId="{B8D2A907-B626-40EA-9F56-C8E44C16B5C4}" srcOrd="0" destOrd="3" presId="urn:microsoft.com/office/officeart/2005/8/layout/chevron2"/>
    <dgm:cxn modelId="{6E11A4B5-5754-484A-B995-ED3988EF3A08}" srcId="{F56E642A-4E92-4E2A-809F-59EBABE2DB11}" destId="{93AEF5E9-674D-4FF9-BD7A-69A633DC1BC6}" srcOrd="0" destOrd="0" parTransId="{B8709C69-AE41-4CB7-A328-B3C1AE89203E}" sibTransId="{093A0A32-69ED-4A07-A158-82FDC7F7A310}"/>
    <dgm:cxn modelId="{3DBCDBBD-1B71-42D2-8B7C-16D87B7C1219}" type="presOf" srcId="{BDAB6363-1292-4BF5-8443-C928AAE35939}" destId="{B6C2BE19-EAF9-455D-9200-23204266584B}" srcOrd="0" destOrd="3" presId="urn:microsoft.com/office/officeart/2005/8/layout/chevron2"/>
    <dgm:cxn modelId="{E84E09D5-7E7D-4CAF-A44F-7D291FE12D65}" srcId="{19E18BEA-E669-45EE-94AF-0F17F310E042}" destId="{2BE8CFD6-B4AC-4D42-B1F7-B24252FEB199}" srcOrd="3" destOrd="0" parTransId="{CCF08A73-E323-424B-82C1-9A050427B91F}" sibTransId="{F03AE59B-915B-4336-8D22-263E16F192AA}"/>
    <dgm:cxn modelId="{221004E9-DF9A-4426-8B6B-7D9783A42048}" type="presOf" srcId="{19E18BEA-E669-45EE-94AF-0F17F310E042}" destId="{82EBFCE1-F799-4535-9532-DE2622CF9F70}" srcOrd="0" destOrd="0" presId="urn:microsoft.com/office/officeart/2005/8/layout/chevron2"/>
    <dgm:cxn modelId="{836DF1EC-3368-4B73-B456-EC43F35BDD7B}" srcId="{93AEF5E9-674D-4FF9-BD7A-69A633DC1BC6}" destId="{39E15C0C-7877-43ED-A622-EE3CBFD83BB4}" srcOrd="2" destOrd="0" parTransId="{4C1872B3-B862-479B-8F78-CB3DFE3FBD29}" sibTransId="{1A5A998F-40AF-4882-B59C-142185B39DD3}"/>
    <dgm:cxn modelId="{BE2E38F0-2FDC-4622-8AF0-D52FA8B6D8BA}" type="presOf" srcId="{86605A4B-7A7E-4276-83DB-59AAF6814DEB}" destId="{B6C2BE19-EAF9-455D-9200-23204266584B}" srcOrd="0" destOrd="0" presId="urn:microsoft.com/office/officeart/2005/8/layout/chevron2"/>
    <dgm:cxn modelId="{43E3A7F3-66ED-423B-AC07-42A917E239CE}" srcId="{F56E642A-4E92-4E2A-809F-59EBABE2DB11}" destId="{19E18BEA-E669-45EE-94AF-0F17F310E042}" srcOrd="1" destOrd="0" parTransId="{2D0AF5E7-2CD6-412F-8A10-2B8F194F2C08}" sibTransId="{83AC925C-778E-4621-B449-FE9E70FE82C9}"/>
    <dgm:cxn modelId="{66C29EFB-F8FE-481C-AA40-96DE4D5A2164}" srcId="{19E18BEA-E669-45EE-94AF-0F17F310E042}" destId="{F550D305-C83D-446A-A875-BD38B91234EB}" srcOrd="0" destOrd="0" parTransId="{83EF8D97-1F73-43DD-8AF0-84DB67006F89}" sibTransId="{9A751777-05A5-426E-A8CB-370EE5A4DD6E}"/>
    <dgm:cxn modelId="{C848E9FB-2C6A-4CB9-A0D4-AC8DDDF26F6B}" srcId="{19E18BEA-E669-45EE-94AF-0F17F310E042}" destId="{5097E348-3D67-46E3-A31C-8A164EBBBC19}" srcOrd="1" destOrd="0" parTransId="{BCE7C0BD-D552-4F12-A7A0-0043773B7A99}" sibTransId="{8039F6D6-8BE2-4EAF-B967-1EE36300F753}"/>
    <dgm:cxn modelId="{26A9DAFD-532F-4ED6-914E-022D8D119147}" srcId="{93AEF5E9-674D-4FF9-BD7A-69A633DC1BC6}" destId="{BDAB6363-1292-4BF5-8443-C928AAE35939}" srcOrd="3" destOrd="0" parTransId="{1896ECA4-1399-438D-927C-7CE53CC4A36F}" sibTransId="{0A94E649-9C2D-4811-BCFC-EF3A5C92AF75}"/>
    <dgm:cxn modelId="{D0BD51C1-70F7-4AFA-A1D4-C716007A6B1F}" type="presParOf" srcId="{FE58C377-6523-42EA-84A4-A25C266DEBB4}" destId="{089F5171-58E9-4353-BF62-28CA520BE144}" srcOrd="0" destOrd="0" presId="urn:microsoft.com/office/officeart/2005/8/layout/chevron2"/>
    <dgm:cxn modelId="{4FEE0A5C-9104-45A2-BDD8-A5B24604F4BA}" type="presParOf" srcId="{089F5171-58E9-4353-BF62-28CA520BE144}" destId="{818722B8-D06C-4F13-AA95-8C893190CA85}" srcOrd="0" destOrd="0" presId="urn:microsoft.com/office/officeart/2005/8/layout/chevron2"/>
    <dgm:cxn modelId="{EE782515-B994-45F0-8C17-843D421101D8}" type="presParOf" srcId="{089F5171-58E9-4353-BF62-28CA520BE144}" destId="{B6C2BE19-EAF9-455D-9200-23204266584B}" srcOrd="1" destOrd="0" presId="urn:microsoft.com/office/officeart/2005/8/layout/chevron2"/>
    <dgm:cxn modelId="{2FBB20EE-5898-4C85-AD8D-196760D87A8F}" type="presParOf" srcId="{FE58C377-6523-42EA-84A4-A25C266DEBB4}" destId="{2E2149A2-7B6A-47B0-8A04-9912705EC593}" srcOrd="1" destOrd="0" presId="urn:microsoft.com/office/officeart/2005/8/layout/chevron2"/>
    <dgm:cxn modelId="{B09D61A6-86DA-4579-8977-2E5BAF95D5F6}" type="presParOf" srcId="{FE58C377-6523-42EA-84A4-A25C266DEBB4}" destId="{6809EBAC-1F47-4509-AB9D-AE535B373C89}" srcOrd="2" destOrd="0" presId="urn:microsoft.com/office/officeart/2005/8/layout/chevron2"/>
    <dgm:cxn modelId="{E55F375C-E97F-4117-BD8F-6D4DA298D5A9}" type="presParOf" srcId="{6809EBAC-1F47-4509-AB9D-AE535B373C89}" destId="{82EBFCE1-F799-4535-9532-DE2622CF9F70}" srcOrd="0" destOrd="0" presId="urn:microsoft.com/office/officeart/2005/8/layout/chevron2"/>
    <dgm:cxn modelId="{B4837565-9E19-4CD5-8E52-FE2C640EB545}" type="presParOf" srcId="{6809EBAC-1F47-4509-AB9D-AE535B373C89}" destId="{B8D2A907-B626-40EA-9F56-C8E44C16B5C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F6D0DFF-16DA-4A57-BF98-06C66C5BB657}" type="doc">
      <dgm:prSet loTypeId="urn:microsoft.com/office/officeart/2005/8/layout/hierarchy1" loCatId="hierarchy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EFBA1CB7-43C5-4D50-8BDB-9EF7D30E842A}">
      <dgm:prSet phldrT="[Texto]" custT="1"/>
      <dgm:spPr/>
      <dgm:t>
        <a:bodyPr/>
        <a:lstStyle/>
        <a:p>
          <a:r>
            <a:rPr lang="es-MX" sz="2400" b="1" dirty="0">
              <a:solidFill>
                <a:schemeClr val="tx1"/>
              </a:solidFill>
            </a:rPr>
            <a:t>Creatina</a:t>
          </a:r>
          <a:endParaRPr lang="es-CO" sz="2400" b="1" dirty="0">
            <a:solidFill>
              <a:schemeClr val="tx1"/>
            </a:solidFill>
          </a:endParaRPr>
        </a:p>
      </dgm:t>
    </dgm:pt>
    <dgm:pt modelId="{FDD964AE-9A8B-4563-84FC-D40134B71EFB}" type="parTrans" cxnId="{93898650-8AA7-486B-8112-C679ABF2B2BA}">
      <dgm:prSet/>
      <dgm:spPr/>
      <dgm:t>
        <a:bodyPr/>
        <a:lstStyle/>
        <a:p>
          <a:endParaRPr lang="es-CO"/>
        </a:p>
      </dgm:t>
    </dgm:pt>
    <dgm:pt modelId="{E1ACF1B2-4E54-4A94-BAFD-D50B478B428C}" type="sibTrans" cxnId="{93898650-8AA7-486B-8112-C679ABF2B2BA}">
      <dgm:prSet/>
      <dgm:spPr/>
      <dgm:t>
        <a:bodyPr/>
        <a:lstStyle/>
        <a:p>
          <a:endParaRPr lang="es-CO"/>
        </a:p>
      </dgm:t>
    </dgm:pt>
    <dgm:pt modelId="{2E03953A-68BC-489A-8040-5C5C8DFC7DD2}">
      <dgm:prSet phldrT="[Texto]" custT="1"/>
      <dgm:spPr/>
      <dgm:t>
        <a:bodyPr/>
        <a:lstStyle/>
        <a:p>
          <a:r>
            <a:rPr lang="es-MX" sz="2000" dirty="0"/>
            <a:t>Ordenes SAP, Manuales y Externas se ingresa como viene ordenada.</a:t>
          </a:r>
          <a:endParaRPr lang="es-CO" sz="2000" dirty="0"/>
        </a:p>
      </dgm:t>
    </dgm:pt>
    <dgm:pt modelId="{E49458FF-DB87-4F74-8289-A9CFD25434CC}" type="parTrans" cxnId="{01C3B439-D561-4032-8A2D-5A649E131D69}">
      <dgm:prSet/>
      <dgm:spPr/>
      <dgm:t>
        <a:bodyPr/>
        <a:lstStyle/>
        <a:p>
          <a:endParaRPr lang="es-CO"/>
        </a:p>
      </dgm:t>
    </dgm:pt>
    <dgm:pt modelId="{0E366F79-BFC4-4B3E-9A96-27151A1803DB}" type="sibTrans" cxnId="{01C3B439-D561-4032-8A2D-5A649E131D69}">
      <dgm:prSet/>
      <dgm:spPr/>
      <dgm:t>
        <a:bodyPr/>
        <a:lstStyle/>
        <a:p>
          <a:endParaRPr lang="es-CO"/>
        </a:p>
      </dgm:t>
    </dgm:pt>
    <dgm:pt modelId="{0D7799CC-7FC2-4D24-9763-B5F8D2B9926D}">
      <dgm:prSet phldrT="[Texto]" custT="1"/>
      <dgm:spPr/>
      <dgm:t>
        <a:bodyPr/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Coproscópico y Tamizaje de colon</a:t>
          </a:r>
          <a:endParaRPr lang="es-CO" sz="2400" b="1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gm:t>
    </dgm:pt>
    <dgm:pt modelId="{065D3B9D-6AF6-41F2-A8EF-2A5223F2C702}" type="parTrans" cxnId="{9BFAE614-F13F-4F06-B664-3B34FC04D3B1}">
      <dgm:prSet/>
      <dgm:spPr/>
      <dgm:t>
        <a:bodyPr/>
        <a:lstStyle/>
        <a:p>
          <a:endParaRPr lang="es-CO"/>
        </a:p>
      </dgm:t>
    </dgm:pt>
    <dgm:pt modelId="{A8962712-36D6-40CB-B432-FBC71EBD6A67}" type="sibTrans" cxnId="{9BFAE614-F13F-4F06-B664-3B34FC04D3B1}">
      <dgm:prSet/>
      <dgm:spPr/>
      <dgm:t>
        <a:bodyPr/>
        <a:lstStyle/>
        <a:p>
          <a:endParaRPr lang="es-CO"/>
        </a:p>
      </dgm:t>
    </dgm:pt>
    <dgm:pt modelId="{7C0FC7A6-132B-483F-A9CF-D435B5A48DD3}">
      <dgm:prSet custT="1"/>
      <dgm:spPr/>
      <dgm:t>
        <a:bodyPr/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   Se realiza  envío de  las dos prestaciones.</a:t>
          </a:r>
          <a:endParaRPr lang="es-CO" sz="20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DD67757B-0372-4B3B-8A80-49A5C7D65981}" type="parTrans" cxnId="{4771F368-8F14-4A5B-9882-F4A79D589ED8}">
      <dgm:prSet/>
      <dgm:spPr/>
      <dgm:t>
        <a:bodyPr/>
        <a:lstStyle/>
        <a:p>
          <a:endParaRPr lang="es-CO"/>
        </a:p>
      </dgm:t>
    </dgm:pt>
    <dgm:pt modelId="{D98560F9-D8BF-4BF0-BC8E-FBD3806B5A02}" type="sibTrans" cxnId="{4771F368-8F14-4A5B-9882-F4A79D589ED8}">
      <dgm:prSet/>
      <dgm:spPr/>
      <dgm:t>
        <a:bodyPr/>
        <a:lstStyle/>
        <a:p>
          <a:endParaRPr lang="es-CO"/>
        </a:p>
      </dgm:t>
    </dgm:pt>
    <dgm:pt modelId="{C536E665-DB6F-46F0-B66D-0ADA972B3252}" type="pres">
      <dgm:prSet presAssocID="{9F6D0DFF-16DA-4A57-BF98-06C66C5BB65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081AD90-D6EC-4A57-9CD1-7138BD4D66A9}" type="pres">
      <dgm:prSet presAssocID="{EFBA1CB7-43C5-4D50-8BDB-9EF7D30E842A}" presName="hierRoot1" presStyleCnt="0"/>
      <dgm:spPr/>
    </dgm:pt>
    <dgm:pt modelId="{A19DE899-ED51-4599-AA3F-E08F3D5FFF3F}" type="pres">
      <dgm:prSet presAssocID="{EFBA1CB7-43C5-4D50-8BDB-9EF7D30E842A}" presName="composite" presStyleCnt="0"/>
      <dgm:spPr/>
    </dgm:pt>
    <dgm:pt modelId="{0D64C91F-1F84-497A-9DC2-A9EC051CF7E5}" type="pres">
      <dgm:prSet presAssocID="{EFBA1CB7-43C5-4D50-8BDB-9EF7D30E842A}" presName="background" presStyleLbl="node0" presStyleIdx="0" presStyleCnt="2"/>
      <dgm:spPr/>
    </dgm:pt>
    <dgm:pt modelId="{E9593EE4-5577-4659-9444-A239BA2B42F7}" type="pres">
      <dgm:prSet presAssocID="{EFBA1CB7-43C5-4D50-8BDB-9EF7D30E842A}" presName="text" presStyleLbl="fgAcc0" presStyleIdx="0" presStyleCnt="2">
        <dgm:presLayoutVars>
          <dgm:chPref val="3"/>
        </dgm:presLayoutVars>
      </dgm:prSet>
      <dgm:spPr/>
    </dgm:pt>
    <dgm:pt modelId="{23A5E1C5-681D-4F05-924A-5E73736C413D}" type="pres">
      <dgm:prSet presAssocID="{EFBA1CB7-43C5-4D50-8BDB-9EF7D30E842A}" presName="hierChild2" presStyleCnt="0"/>
      <dgm:spPr/>
    </dgm:pt>
    <dgm:pt modelId="{B8C0B1E7-BB78-43A8-B4E3-23B83F57EC57}" type="pres">
      <dgm:prSet presAssocID="{E49458FF-DB87-4F74-8289-A9CFD25434CC}" presName="Name10" presStyleLbl="parChTrans1D2" presStyleIdx="0" presStyleCnt="2"/>
      <dgm:spPr/>
    </dgm:pt>
    <dgm:pt modelId="{EA3690F1-67CF-470C-88EC-32CC4771EE4C}" type="pres">
      <dgm:prSet presAssocID="{2E03953A-68BC-489A-8040-5C5C8DFC7DD2}" presName="hierRoot2" presStyleCnt="0"/>
      <dgm:spPr/>
    </dgm:pt>
    <dgm:pt modelId="{ED39644D-7A80-4253-B031-1CE12292AFC5}" type="pres">
      <dgm:prSet presAssocID="{2E03953A-68BC-489A-8040-5C5C8DFC7DD2}" presName="composite2" presStyleCnt="0"/>
      <dgm:spPr/>
    </dgm:pt>
    <dgm:pt modelId="{E7381C18-AF32-4FAE-AA9B-B11C2CCA2896}" type="pres">
      <dgm:prSet presAssocID="{2E03953A-68BC-489A-8040-5C5C8DFC7DD2}" presName="background2" presStyleLbl="node2" presStyleIdx="0" presStyleCnt="2"/>
      <dgm:spPr/>
    </dgm:pt>
    <dgm:pt modelId="{1DA2ECBB-C027-437D-8D83-614323138D36}" type="pres">
      <dgm:prSet presAssocID="{2E03953A-68BC-489A-8040-5C5C8DFC7DD2}" presName="text2" presStyleLbl="fgAcc2" presStyleIdx="0" presStyleCnt="2">
        <dgm:presLayoutVars>
          <dgm:chPref val="3"/>
        </dgm:presLayoutVars>
      </dgm:prSet>
      <dgm:spPr/>
    </dgm:pt>
    <dgm:pt modelId="{874B28F9-1A56-4B94-9D87-C476D81A8663}" type="pres">
      <dgm:prSet presAssocID="{2E03953A-68BC-489A-8040-5C5C8DFC7DD2}" presName="hierChild3" presStyleCnt="0"/>
      <dgm:spPr/>
    </dgm:pt>
    <dgm:pt modelId="{E6CAC55F-C87D-429D-A903-7AD1487FE0D9}" type="pres">
      <dgm:prSet presAssocID="{0D7799CC-7FC2-4D24-9763-B5F8D2B9926D}" presName="hierRoot1" presStyleCnt="0"/>
      <dgm:spPr/>
    </dgm:pt>
    <dgm:pt modelId="{AB325E89-4291-4495-A4D5-D40564CF7679}" type="pres">
      <dgm:prSet presAssocID="{0D7799CC-7FC2-4D24-9763-B5F8D2B9926D}" presName="composite" presStyleCnt="0"/>
      <dgm:spPr/>
    </dgm:pt>
    <dgm:pt modelId="{C5750CBA-6002-4A37-8D1B-DFDFE943277A}" type="pres">
      <dgm:prSet presAssocID="{0D7799CC-7FC2-4D24-9763-B5F8D2B9926D}" presName="background" presStyleLbl="node0" presStyleIdx="1" presStyleCnt="2"/>
      <dgm:spPr/>
    </dgm:pt>
    <dgm:pt modelId="{5870308D-EACD-4178-A1BD-7BA2807FF311}" type="pres">
      <dgm:prSet presAssocID="{0D7799CC-7FC2-4D24-9763-B5F8D2B9926D}" presName="text" presStyleLbl="fgAcc0" presStyleIdx="1" presStyleCnt="2">
        <dgm:presLayoutVars>
          <dgm:chPref val="3"/>
        </dgm:presLayoutVars>
      </dgm:prSet>
      <dgm:spPr/>
    </dgm:pt>
    <dgm:pt modelId="{E634C787-EA63-40CC-AB1C-4A78B4790B9E}" type="pres">
      <dgm:prSet presAssocID="{0D7799CC-7FC2-4D24-9763-B5F8D2B9926D}" presName="hierChild2" presStyleCnt="0"/>
      <dgm:spPr/>
    </dgm:pt>
    <dgm:pt modelId="{25D2F994-9601-424C-8C10-E4BB25A12A59}" type="pres">
      <dgm:prSet presAssocID="{DD67757B-0372-4B3B-8A80-49A5C7D65981}" presName="Name10" presStyleLbl="parChTrans1D2" presStyleIdx="1" presStyleCnt="2"/>
      <dgm:spPr/>
    </dgm:pt>
    <dgm:pt modelId="{CD8C12B0-07E1-4F5D-BF0E-67730FDBE143}" type="pres">
      <dgm:prSet presAssocID="{7C0FC7A6-132B-483F-A9CF-D435B5A48DD3}" presName="hierRoot2" presStyleCnt="0"/>
      <dgm:spPr/>
    </dgm:pt>
    <dgm:pt modelId="{FB4305F1-443F-4347-BC47-DB01175C480F}" type="pres">
      <dgm:prSet presAssocID="{7C0FC7A6-132B-483F-A9CF-D435B5A48DD3}" presName="composite2" presStyleCnt="0"/>
      <dgm:spPr/>
    </dgm:pt>
    <dgm:pt modelId="{F95392B4-57F5-4447-992D-6C89C589356D}" type="pres">
      <dgm:prSet presAssocID="{7C0FC7A6-132B-483F-A9CF-D435B5A48DD3}" presName="background2" presStyleLbl="node2" presStyleIdx="1" presStyleCnt="2"/>
      <dgm:spPr/>
    </dgm:pt>
    <dgm:pt modelId="{73880B04-B5C4-4EF4-B128-5BB071132522}" type="pres">
      <dgm:prSet presAssocID="{7C0FC7A6-132B-483F-A9CF-D435B5A48DD3}" presName="text2" presStyleLbl="fgAcc2" presStyleIdx="1" presStyleCnt="2">
        <dgm:presLayoutVars>
          <dgm:chPref val="3"/>
        </dgm:presLayoutVars>
      </dgm:prSet>
      <dgm:spPr/>
    </dgm:pt>
    <dgm:pt modelId="{6C1DF889-F797-4EF0-9E95-96CA343AD887}" type="pres">
      <dgm:prSet presAssocID="{7C0FC7A6-132B-483F-A9CF-D435B5A48DD3}" presName="hierChild3" presStyleCnt="0"/>
      <dgm:spPr/>
    </dgm:pt>
  </dgm:ptLst>
  <dgm:cxnLst>
    <dgm:cxn modelId="{9BFAE614-F13F-4F06-B664-3B34FC04D3B1}" srcId="{9F6D0DFF-16DA-4A57-BF98-06C66C5BB657}" destId="{0D7799CC-7FC2-4D24-9763-B5F8D2B9926D}" srcOrd="1" destOrd="0" parTransId="{065D3B9D-6AF6-41F2-A8EF-2A5223F2C702}" sibTransId="{A8962712-36D6-40CB-B432-FBC71EBD6A67}"/>
    <dgm:cxn modelId="{29DFBD1D-71B2-488B-BD82-FEB425547FED}" type="presOf" srcId="{0D7799CC-7FC2-4D24-9763-B5F8D2B9926D}" destId="{5870308D-EACD-4178-A1BD-7BA2807FF311}" srcOrd="0" destOrd="0" presId="urn:microsoft.com/office/officeart/2005/8/layout/hierarchy1"/>
    <dgm:cxn modelId="{01C3B439-D561-4032-8A2D-5A649E131D69}" srcId="{EFBA1CB7-43C5-4D50-8BDB-9EF7D30E842A}" destId="{2E03953A-68BC-489A-8040-5C5C8DFC7DD2}" srcOrd="0" destOrd="0" parTransId="{E49458FF-DB87-4F74-8289-A9CFD25434CC}" sibTransId="{0E366F79-BFC4-4B3E-9A96-27151A1803DB}"/>
    <dgm:cxn modelId="{9BC8EC61-CDE3-4A9D-B352-E031B137871B}" type="presOf" srcId="{9F6D0DFF-16DA-4A57-BF98-06C66C5BB657}" destId="{C536E665-DB6F-46F0-B66D-0ADA972B3252}" srcOrd="0" destOrd="0" presId="urn:microsoft.com/office/officeart/2005/8/layout/hierarchy1"/>
    <dgm:cxn modelId="{4771F368-8F14-4A5B-9882-F4A79D589ED8}" srcId="{0D7799CC-7FC2-4D24-9763-B5F8D2B9926D}" destId="{7C0FC7A6-132B-483F-A9CF-D435B5A48DD3}" srcOrd="0" destOrd="0" parTransId="{DD67757B-0372-4B3B-8A80-49A5C7D65981}" sibTransId="{D98560F9-D8BF-4BF0-BC8E-FBD3806B5A02}"/>
    <dgm:cxn modelId="{93898650-8AA7-486B-8112-C679ABF2B2BA}" srcId="{9F6D0DFF-16DA-4A57-BF98-06C66C5BB657}" destId="{EFBA1CB7-43C5-4D50-8BDB-9EF7D30E842A}" srcOrd="0" destOrd="0" parTransId="{FDD964AE-9A8B-4563-84FC-D40134B71EFB}" sibTransId="{E1ACF1B2-4E54-4A94-BAFD-D50B478B428C}"/>
    <dgm:cxn modelId="{79165574-D498-4AE6-919A-C96744590E9E}" type="presOf" srcId="{EFBA1CB7-43C5-4D50-8BDB-9EF7D30E842A}" destId="{E9593EE4-5577-4659-9444-A239BA2B42F7}" srcOrd="0" destOrd="0" presId="urn:microsoft.com/office/officeart/2005/8/layout/hierarchy1"/>
    <dgm:cxn modelId="{FB204F87-6CE7-4AB5-A8D2-9264B1981C42}" type="presOf" srcId="{E49458FF-DB87-4F74-8289-A9CFD25434CC}" destId="{B8C0B1E7-BB78-43A8-B4E3-23B83F57EC57}" srcOrd="0" destOrd="0" presId="urn:microsoft.com/office/officeart/2005/8/layout/hierarchy1"/>
    <dgm:cxn modelId="{C73F56BE-BE61-49FE-9898-0B00E0AD473D}" type="presOf" srcId="{2E03953A-68BC-489A-8040-5C5C8DFC7DD2}" destId="{1DA2ECBB-C027-437D-8D83-614323138D36}" srcOrd="0" destOrd="0" presId="urn:microsoft.com/office/officeart/2005/8/layout/hierarchy1"/>
    <dgm:cxn modelId="{6B7D8FE6-268E-4DFD-A7C4-4AA9100A4991}" type="presOf" srcId="{7C0FC7A6-132B-483F-A9CF-D435B5A48DD3}" destId="{73880B04-B5C4-4EF4-B128-5BB071132522}" srcOrd="0" destOrd="0" presId="urn:microsoft.com/office/officeart/2005/8/layout/hierarchy1"/>
    <dgm:cxn modelId="{4A87FCEF-22AF-4E57-A67C-81A52E19A8DE}" type="presOf" srcId="{DD67757B-0372-4B3B-8A80-49A5C7D65981}" destId="{25D2F994-9601-424C-8C10-E4BB25A12A59}" srcOrd="0" destOrd="0" presId="urn:microsoft.com/office/officeart/2005/8/layout/hierarchy1"/>
    <dgm:cxn modelId="{805CDCE4-C88F-45B7-B9CA-CF81348DDD0D}" type="presParOf" srcId="{C536E665-DB6F-46F0-B66D-0ADA972B3252}" destId="{A081AD90-D6EC-4A57-9CD1-7138BD4D66A9}" srcOrd="0" destOrd="0" presId="urn:microsoft.com/office/officeart/2005/8/layout/hierarchy1"/>
    <dgm:cxn modelId="{9EA861F3-CF83-4E7D-8F9A-8FB379F50CFF}" type="presParOf" srcId="{A081AD90-D6EC-4A57-9CD1-7138BD4D66A9}" destId="{A19DE899-ED51-4599-AA3F-E08F3D5FFF3F}" srcOrd="0" destOrd="0" presId="urn:microsoft.com/office/officeart/2005/8/layout/hierarchy1"/>
    <dgm:cxn modelId="{F8A39D4A-A38B-4451-84EA-2C294900D912}" type="presParOf" srcId="{A19DE899-ED51-4599-AA3F-E08F3D5FFF3F}" destId="{0D64C91F-1F84-497A-9DC2-A9EC051CF7E5}" srcOrd="0" destOrd="0" presId="urn:microsoft.com/office/officeart/2005/8/layout/hierarchy1"/>
    <dgm:cxn modelId="{4F740840-3F65-4E94-825D-FA5245CA97A0}" type="presParOf" srcId="{A19DE899-ED51-4599-AA3F-E08F3D5FFF3F}" destId="{E9593EE4-5577-4659-9444-A239BA2B42F7}" srcOrd="1" destOrd="0" presId="urn:microsoft.com/office/officeart/2005/8/layout/hierarchy1"/>
    <dgm:cxn modelId="{C57DF301-941D-4675-BC39-2D4F4534D23A}" type="presParOf" srcId="{A081AD90-D6EC-4A57-9CD1-7138BD4D66A9}" destId="{23A5E1C5-681D-4F05-924A-5E73736C413D}" srcOrd="1" destOrd="0" presId="urn:microsoft.com/office/officeart/2005/8/layout/hierarchy1"/>
    <dgm:cxn modelId="{760737A7-81D8-46D1-A020-E7D6331C32DF}" type="presParOf" srcId="{23A5E1C5-681D-4F05-924A-5E73736C413D}" destId="{B8C0B1E7-BB78-43A8-B4E3-23B83F57EC57}" srcOrd="0" destOrd="0" presId="urn:microsoft.com/office/officeart/2005/8/layout/hierarchy1"/>
    <dgm:cxn modelId="{D808CF87-D425-4E46-99BC-B2FA77E2E02B}" type="presParOf" srcId="{23A5E1C5-681D-4F05-924A-5E73736C413D}" destId="{EA3690F1-67CF-470C-88EC-32CC4771EE4C}" srcOrd="1" destOrd="0" presId="urn:microsoft.com/office/officeart/2005/8/layout/hierarchy1"/>
    <dgm:cxn modelId="{65D3075D-B092-47E8-BCCC-784EA616EB2E}" type="presParOf" srcId="{EA3690F1-67CF-470C-88EC-32CC4771EE4C}" destId="{ED39644D-7A80-4253-B031-1CE12292AFC5}" srcOrd="0" destOrd="0" presId="urn:microsoft.com/office/officeart/2005/8/layout/hierarchy1"/>
    <dgm:cxn modelId="{37E70338-8E87-4A65-8534-F9DD7147CBFE}" type="presParOf" srcId="{ED39644D-7A80-4253-B031-1CE12292AFC5}" destId="{E7381C18-AF32-4FAE-AA9B-B11C2CCA2896}" srcOrd="0" destOrd="0" presId="urn:microsoft.com/office/officeart/2005/8/layout/hierarchy1"/>
    <dgm:cxn modelId="{5E1CA994-8767-4CC5-B6B5-4269F707C278}" type="presParOf" srcId="{ED39644D-7A80-4253-B031-1CE12292AFC5}" destId="{1DA2ECBB-C027-437D-8D83-614323138D36}" srcOrd="1" destOrd="0" presId="urn:microsoft.com/office/officeart/2005/8/layout/hierarchy1"/>
    <dgm:cxn modelId="{AA1128CC-9CBD-4E79-A37E-ADB0B5BB1EAF}" type="presParOf" srcId="{EA3690F1-67CF-470C-88EC-32CC4771EE4C}" destId="{874B28F9-1A56-4B94-9D87-C476D81A8663}" srcOrd="1" destOrd="0" presId="urn:microsoft.com/office/officeart/2005/8/layout/hierarchy1"/>
    <dgm:cxn modelId="{A12725ED-5467-4BE1-A0D4-68F53582871A}" type="presParOf" srcId="{C536E665-DB6F-46F0-B66D-0ADA972B3252}" destId="{E6CAC55F-C87D-429D-A903-7AD1487FE0D9}" srcOrd="1" destOrd="0" presId="urn:microsoft.com/office/officeart/2005/8/layout/hierarchy1"/>
    <dgm:cxn modelId="{364AF03B-2EFE-4273-BAEA-05404CF7577D}" type="presParOf" srcId="{E6CAC55F-C87D-429D-A903-7AD1487FE0D9}" destId="{AB325E89-4291-4495-A4D5-D40564CF7679}" srcOrd="0" destOrd="0" presId="urn:microsoft.com/office/officeart/2005/8/layout/hierarchy1"/>
    <dgm:cxn modelId="{0925B3E1-432C-40AB-AE7C-49D403527D25}" type="presParOf" srcId="{AB325E89-4291-4495-A4D5-D40564CF7679}" destId="{C5750CBA-6002-4A37-8D1B-DFDFE943277A}" srcOrd="0" destOrd="0" presId="urn:microsoft.com/office/officeart/2005/8/layout/hierarchy1"/>
    <dgm:cxn modelId="{D2193B79-8CFD-44C8-993C-899C2D5215C2}" type="presParOf" srcId="{AB325E89-4291-4495-A4D5-D40564CF7679}" destId="{5870308D-EACD-4178-A1BD-7BA2807FF311}" srcOrd="1" destOrd="0" presId="urn:microsoft.com/office/officeart/2005/8/layout/hierarchy1"/>
    <dgm:cxn modelId="{9EE1A75B-2DCD-433C-99F4-220B5478907A}" type="presParOf" srcId="{E6CAC55F-C87D-429D-A903-7AD1487FE0D9}" destId="{E634C787-EA63-40CC-AB1C-4A78B4790B9E}" srcOrd="1" destOrd="0" presId="urn:microsoft.com/office/officeart/2005/8/layout/hierarchy1"/>
    <dgm:cxn modelId="{2C10DD12-A4F8-497D-B7B6-F88A51873203}" type="presParOf" srcId="{E634C787-EA63-40CC-AB1C-4A78B4790B9E}" destId="{25D2F994-9601-424C-8C10-E4BB25A12A59}" srcOrd="0" destOrd="0" presId="urn:microsoft.com/office/officeart/2005/8/layout/hierarchy1"/>
    <dgm:cxn modelId="{F322FF12-4702-425B-B4D5-54501695E038}" type="presParOf" srcId="{E634C787-EA63-40CC-AB1C-4A78B4790B9E}" destId="{CD8C12B0-07E1-4F5D-BF0E-67730FDBE143}" srcOrd="1" destOrd="0" presId="urn:microsoft.com/office/officeart/2005/8/layout/hierarchy1"/>
    <dgm:cxn modelId="{5C260214-5878-467E-B92A-74F89D8084B1}" type="presParOf" srcId="{CD8C12B0-07E1-4F5D-BF0E-67730FDBE143}" destId="{FB4305F1-443F-4347-BC47-DB01175C480F}" srcOrd="0" destOrd="0" presId="urn:microsoft.com/office/officeart/2005/8/layout/hierarchy1"/>
    <dgm:cxn modelId="{BCC2EEA5-324A-458A-9FAE-F9BADF6F3C1D}" type="presParOf" srcId="{FB4305F1-443F-4347-BC47-DB01175C480F}" destId="{F95392B4-57F5-4447-992D-6C89C589356D}" srcOrd="0" destOrd="0" presId="urn:microsoft.com/office/officeart/2005/8/layout/hierarchy1"/>
    <dgm:cxn modelId="{848DA7E3-7609-4C9B-BDE4-D9C84A21F17D}" type="presParOf" srcId="{FB4305F1-443F-4347-BC47-DB01175C480F}" destId="{73880B04-B5C4-4EF4-B128-5BB071132522}" srcOrd="1" destOrd="0" presId="urn:microsoft.com/office/officeart/2005/8/layout/hierarchy1"/>
    <dgm:cxn modelId="{C92056FE-41D4-4A08-87A0-A988BA9D7331}" type="presParOf" srcId="{CD8C12B0-07E1-4F5D-BF0E-67730FDBE143}" destId="{6C1DF889-F797-4EF0-9E95-96CA343AD88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63629DA-BB1C-41D2-913B-C4AED2047E7F}" type="doc">
      <dgm:prSet loTypeId="urn:microsoft.com/office/officeart/2005/8/layout/lProcess3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4B4960B8-28A5-44AE-BC57-45801513ADFE}">
      <dgm:prSet phldrT="[Texto]"/>
      <dgm:spPr/>
      <dgm:t>
        <a:bodyPr/>
        <a:lstStyle/>
        <a:p>
          <a:r>
            <a:rPr lang="es-MX" b="1" dirty="0"/>
            <a:t>902210 Hemograma IV</a:t>
          </a:r>
          <a:endParaRPr lang="es-CO" b="1" dirty="0"/>
        </a:p>
      </dgm:t>
    </dgm:pt>
    <dgm:pt modelId="{320823F0-D3D5-4799-AC5B-34810C3A99AD}" type="parTrans" cxnId="{62306CB4-3FF8-4928-84C2-34954DFAD96B}">
      <dgm:prSet/>
      <dgm:spPr/>
      <dgm:t>
        <a:bodyPr/>
        <a:lstStyle/>
        <a:p>
          <a:endParaRPr lang="es-CO"/>
        </a:p>
      </dgm:t>
    </dgm:pt>
    <dgm:pt modelId="{9BCF1252-5D2E-461E-9E46-AB7C4A47A53D}" type="sibTrans" cxnId="{62306CB4-3FF8-4928-84C2-34954DFAD96B}">
      <dgm:prSet/>
      <dgm:spPr/>
      <dgm:t>
        <a:bodyPr/>
        <a:lstStyle/>
        <a:p>
          <a:endParaRPr lang="es-CO"/>
        </a:p>
      </dgm:t>
    </dgm:pt>
    <dgm:pt modelId="{DF290614-9B4D-4DA6-A85C-B02915096AD8}">
      <dgm:prSet phldrT="[Texto]"/>
      <dgm:spPr/>
      <dgm:t>
        <a:bodyPr/>
        <a:lstStyle/>
        <a:p>
          <a:r>
            <a:rPr lang="es-MX" b="1" dirty="0"/>
            <a:t>903823</a:t>
          </a:r>
        </a:p>
        <a:p>
          <a:r>
            <a:rPr lang="es-MX" b="1" dirty="0"/>
            <a:t>DEPURACIÓN DE CREATININA</a:t>
          </a:r>
          <a:endParaRPr lang="es-CO" b="1" dirty="0"/>
        </a:p>
      </dgm:t>
    </dgm:pt>
    <dgm:pt modelId="{660BD727-76E9-4883-9C10-3ECBCBC583C2}" type="parTrans" cxnId="{3BE7B7E5-2682-40B1-AFBF-2C4724DD0E9C}">
      <dgm:prSet/>
      <dgm:spPr/>
      <dgm:t>
        <a:bodyPr/>
        <a:lstStyle/>
        <a:p>
          <a:endParaRPr lang="es-CO"/>
        </a:p>
      </dgm:t>
    </dgm:pt>
    <dgm:pt modelId="{2A02C0DF-0D24-43A7-8333-4AFE1F19D89E}" type="sibTrans" cxnId="{3BE7B7E5-2682-40B1-AFBF-2C4724DD0E9C}">
      <dgm:prSet/>
      <dgm:spPr/>
      <dgm:t>
        <a:bodyPr/>
        <a:lstStyle/>
        <a:p>
          <a:endParaRPr lang="es-CO"/>
        </a:p>
      </dgm:t>
    </dgm:pt>
    <dgm:pt modelId="{53C46022-4FCE-4C5C-AEAF-2F33BBC71DEF}">
      <dgm:prSet phldrT="[Texto]"/>
      <dgm:spPr/>
      <dgm:t>
        <a:bodyPr/>
        <a:lstStyle/>
        <a:p>
          <a:r>
            <a:rPr lang="es-MX" b="1" dirty="0"/>
            <a:t>903861 PROTEÍNAS  DIFERENCIADAS</a:t>
          </a:r>
          <a:endParaRPr lang="es-CO" b="1" dirty="0"/>
        </a:p>
      </dgm:t>
    </dgm:pt>
    <dgm:pt modelId="{A3249014-FB4A-4618-BC75-D6FCDE8049B0}" type="parTrans" cxnId="{DCF49496-AB8E-4455-872A-C920CA5C2B17}">
      <dgm:prSet/>
      <dgm:spPr/>
      <dgm:t>
        <a:bodyPr/>
        <a:lstStyle/>
        <a:p>
          <a:endParaRPr lang="es-CO"/>
        </a:p>
      </dgm:t>
    </dgm:pt>
    <dgm:pt modelId="{A52C1661-BD34-4821-8C4D-C4938ABEA36A}" type="sibTrans" cxnId="{DCF49496-AB8E-4455-872A-C920CA5C2B17}">
      <dgm:prSet/>
      <dgm:spPr/>
      <dgm:t>
        <a:bodyPr/>
        <a:lstStyle/>
        <a:p>
          <a:endParaRPr lang="es-CO"/>
        </a:p>
      </dgm:t>
    </dgm:pt>
    <dgm:pt modelId="{0BEDB5F6-B29C-432A-A824-D326FA1A8FA4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HEMATOCRITO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46D25F0F-522D-4586-8F31-7C1EAA24BD13}" type="parTrans" cxnId="{9A9E5CC9-E2FE-4171-8DEA-9E1D6B4B819D}">
      <dgm:prSet/>
      <dgm:spPr/>
      <dgm:t>
        <a:bodyPr/>
        <a:lstStyle/>
        <a:p>
          <a:endParaRPr lang="es-CO"/>
        </a:p>
      </dgm:t>
    </dgm:pt>
    <dgm:pt modelId="{E694F901-1E41-4429-8A77-4179B6B2E27E}" type="sibTrans" cxnId="{9A9E5CC9-E2FE-4171-8DEA-9E1D6B4B819D}">
      <dgm:prSet/>
      <dgm:spPr/>
      <dgm:t>
        <a:bodyPr/>
        <a:lstStyle/>
        <a:p>
          <a:endParaRPr lang="es-CO"/>
        </a:p>
      </dgm:t>
    </dgm:pt>
    <dgm:pt modelId="{38EB168C-1C70-48EC-B088-1385540CAA92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CREATININA EN SUERO</a:t>
          </a:r>
          <a:endParaRPr lang="es-CO" sz="1400" dirty="0">
            <a:solidFill>
              <a:schemeClr val="accent3"/>
            </a:solidFill>
          </a:endParaRPr>
        </a:p>
      </dgm:t>
    </dgm:pt>
    <dgm:pt modelId="{DE794264-54DD-4BC7-A726-19F51E2213E6}" type="parTrans" cxnId="{48B3F745-DDDE-460B-BF38-60BE22E6A293}">
      <dgm:prSet/>
      <dgm:spPr/>
      <dgm:t>
        <a:bodyPr/>
        <a:lstStyle/>
        <a:p>
          <a:endParaRPr lang="es-CO"/>
        </a:p>
      </dgm:t>
    </dgm:pt>
    <dgm:pt modelId="{AD40FFC8-743C-4DCB-88DE-4F4C41E112B9}" type="sibTrans" cxnId="{48B3F745-DDDE-460B-BF38-60BE22E6A293}">
      <dgm:prSet/>
      <dgm:spPr/>
      <dgm:t>
        <a:bodyPr/>
        <a:lstStyle/>
        <a:p>
          <a:endParaRPr lang="es-CO"/>
        </a:p>
      </dgm:t>
    </dgm:pt>
    <dgm:pt modelId="{2B86ECB8-6BFF-4212-9CBD-2346BBC91400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PROTEÍNAS TOTALES</a:t>
          </a:r>
          <a:endParaRPr lang="es-CO" sz="1400" dirty="0">
            <a:solidFill>
              <a:schemeClr val="accent1"/>
            </a:solidFill>
          </a:endParaRPr>
        </a:p>
      </dgm:t>
    </dgm:pt>
    <dgm:pt modelId="{6C469CAB-2436-4A21-9E63-822AF1A5CF03}" type="parTrans" cxnId="{E0AA3B32-4A7D-484D-90B7-704E7F8430F9}">
      <dgm:prSet/>
      <dgm:spPr/>
      <dgm:t>
        <a:bodyPr/>
        <a:lstStyle/>
        <a:p>
          <a:endParaRPr lang="es-CO"/>
        </a:p>
      </dgm:t>
    </dgm:pt>
    <dgm:pt modelId="{2A9FD606-7A80-450F-A403-4A4F88C1CA19}" type="sibTrans" cxnId="{E0AA3B32-4A7D-484D-90B7-704E7F8430F9}">
      <dgm:prSet/>
      <dgm:spPr/>
      <dgm:t>
        <a:bodyPr/>
        <a:lstStyle/>
        <a:p>
          <a:endParaRPr lang="es-CO"/>
        </a:p>
      </dgm:t>
    </dgm:pt>
    <dgm:pt modelId="{63B6857A-1A35-4B1E-A3A1-B9822444D77C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CREATININA EN ORINA 24 HORAS </a:t>
          </a:r>
          <a:endParaRPr lang="es-CO" sz="1400" dirty="0">
            <a:solidFill>
              <a:schemeClr val="accent3"/>
            </a:solidFill>
          </a:endParaRPr>
        </a:p>
      </dgm:t>
    </dgm:pt>
    <dgm:pt modelId="{9D846D7E-6631-4D6D-AA70-99BA7E5A231D}" type="parTrans" cxnId="{A41E30E6-5B4B-4798-8E77-B5D0485F30CF}">
      <dgm:prSet/>
      <dgm:spPr/>
      <dgm:t>
        <a:bodyPr/>
        <a:lstStyle/>
        <a:p>
          <a:endParaRPr lang="es-CO"/>
        </a:p>
      </dgm:t>
    </dgm:pt>
    <dgm:pt modelId="{F982E965-79EC-4D08-B562-49AB9F7699A8}" type="sibTrans" cxnId="{A41E30E6-5B4B-4798-8E77-B5D0485F30CF}">
      <dgm:prSet/>
      <dgm:spPr/>
      <dgm:t>
        <a:bodyPr/>
        <a:lstStyle/>
        <a:p>
          <a:endParaRPr lang="es-CO"/>
        </a:p>
      </dgm:t>
    </dgm:pt>
    <dgm:pt modelId="{107AA0CF-E75D-4507-80EA-2D98E5D8620C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ALBUMINA EN SUERO  </a:t>
          </a:r>
          <a:endParaRPr lang="es-CO" sz="1400" dirty="0">
            <a:solidFill>
              <a:schemeClr val="accent1"/>
            </a:solidFill>
          </a:endParaRPr>
        </a:p>
      </dgm:t>
    </dgm:pt>
    <dgm:pt modelId="{E7B46254-7BF3-420E-8EBD-567A92A49110}" type="parTrans" cxnId="{76461D24-C9CB-427F-8D91-87CE117BA69E}">
      <dgm:prSet/>
      <dgm:spPr/>
      <dgm:t>
        <a:bodyPr/>
        <a:lstStyle/>
        <a:p>
          <a:endParaRPr lang="es-CO"/>
        </a:p>
      </dgm:t>
    </dgm:pt>
    <dgm:pt modelId="{FAF93014-DAC8-4CCE-89E3-D1BFCFBFCCDC}" type="sibTrans" cxnId="{76461D24-C9CB-427F-8D91-87CE117BA69E}">
      <dgm:prSet/>
      <dgm:spPr/>
      <dgm:t>
        <a:bodyPr/>
        <a:lstStyle/>
        <a:p>
          <a:endParaRPr lang="es-CO"/>
        </a:p>
      </dgm:t>
    </dgm:pt>
    <dgm:pt modelId="{CB6530B9-8C52-4F33-807A-EFF94C7F1CBA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GLOBULINA</a:t>
          </a:r>
          <a:endParaRPr lang="es-CO" sz="1400" dirty="0">
            <a:solidFill>
              <a:schemeClr val="accent1"/>
            </a:solidFill>
          </a:endParaRPr>
        </a:p>
      </dgm:t>
    </dgm:pt>
    <dgm:pt modelId="{66E8B4BC-5833-439B-9809-0236A8DCA69C}" type="parTrans" cxnId="{6097DE9D-9493-4910-91BB-8E5F87FBA6CB}">
      <dgm:prSet/>
      <dgm:spPr/>
      <dgm:t>
        <a:bodyPr/>
        <a:lstStyle/>
        <a:p>
          <a:endParaRPr lang="es-CO"/>
        </a:p>
      </dgm:t>
    </dgm:pt>
    <dgm:pt modelId="{A4723AE1-80C8-4396-A832-040A7DF942AC}" type="sibTrans" cxnId="{6097DE9D-9493-4910-91BB-8E5F87FBA6CB}">
      <dgm:prSet/>
      <dgm:spPr/>
      <dgm:t>
        <a:bodyPr/>
        <a:lstStyle/>
        <a:p>
          <a:endParaRPr lang="es-CO"/>
        </a:p>
      </dgm:t>
    </dgm:pt>
    <dgm:pt modelId="{6A4287A8-6075-409B-A17E-2BCAFD9E34BE}">
      <dgm:prSet phldrT="[Texto]" custT="1"/>
      <dgm:spPr/>
      <dgm:t>
        <a:bodyPr/>
        <a:lstStyle/>
        <a:p>
          <a:r>
            <a:rPr lang="es-MX" sz="1600" b="1" dirty="0"/>
            <a:t>907004 COPROSCÓPICO</a:t>
          </a:r>
          <a:endParaRPr lang="es-CO" sz="1600" b="1" dirty="0"/>
        </a:p>
      </dgm:t>
    </dgm:pt>
    <dgm:pt modelId="{3557D358-838B-49C9-A01A-08022E873BA4}" type="parTrans" cxnId="{4BFFE7C2-054F-4BB4-AF77-1C57DDF9000F}">
      <dgm:prSet/>
      <dgm:spPr/>
      <dgm:t>
        <a:bodyPr/>
        <a:lstStyle/>
        <a:p>
          <a:endParaRPr lang="es-CO"/>
        </a:p>
      </dgm:t>
    </dgm:pt>
    <dgm:pt modelId="{0199CCEC-A11B-4373-A454-3BEDFF2F3516}" type="sibTrans" cxnId="{4BFFE7C2-054F-4BB4-AF77-1C57DDF9000F}">
      <dgm:prSet/>
      <dgm:spPr/>
      <dgm:t>
        <a:bodyPr/>
        <a:lstStyle/>
        <a:p>
          <a:endParaRPr lang="es-CO"/>
        </a:p>
      </dgm:t>
    </dgm:pt>
    <dgm:pt modelId="{C42E9002-214A-4DD6-B17F-37AD1A82A3F3}">
      <dgm:prSet phldrT="[Texto]" custT="1"/>
      <dgm:spPr/>
      <dgm:t>
        <a:bodyPr/>
        <a:lstStyle/>
        <a:p>
          <a:r>
            <a:rPr lang="es-CO" sz="1200" kern="1200" dirty="0">
              <a:solidFill>
                <a:schemeClr val="accent5"/>
              </a:solidFill>
            </a:rPr>
            <a:t> </a:t>
          </a:r>
          <a:r>
            <a:rPr lang="es-CO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SANGRE OCULTA 1-2-3</a:t>
          </a:r>
        </a:p>
      </dgm:t>
    </dgm:pt>
    <dgm:pt modelId="{A51A16C8-6A92-4E3E-A3B7-AC9DCD7C94C5}" type="parTrans" cxnId="{1A838022-0FFE-4361-A011-03DB563E5F19}">
      <dgm:prSet/>
      <dgm:spPr/>
      <dgm:t>
        <a:bodyPr/>
        <a:lstStyle/>
        <a:p>
          <a:endParaRPr lang="es-CO"/>
        </a:p>
      </dgm:t>
    </dgm:pt>
    <dgm:pt modelId="{5C45535F-093A-49B1-87CB-889360CBF6A6}" type="sibTrans" cxnId="{1A838022-0FFE-4361-A011-03DB563E5F19}">
      <dgm:prSet/>
      <dgm:spPr/>
      <dgm:t>
        <a:bodyPr/>
        <a:lstStyle/>
        <a:p>
          <a:endParaRPr lang="es-CO"/>
        </a:p>
      </dgm:t>
    </dgm:pt>
    <dgm:pt modelId="{4E5F9556-0155-40E6-8AFD-734F5BBCB437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COPROLÓGICO 1-2-3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gm:t>
    </dgm:pt>
    <dgm:pt modelId="{1A22F978-0FCB-4842-BFE5-007EC3C949B1}" type="parTrans" cxnId="{905645FC-2DFA-4587-A586-F78F1B3F8BF1}">
      <dgm:prSet/>
      <dgm:spPr/>
      <dgm:t>
        <a:bodyPr/>
        <a:lstStyle/>
        <a:p>
          <a:endParaRPr lang="es-CO"/>
        </a:p>
      </dgm:t>
    </dgm:pt>
    <dgm:pt modelId="{24E15838-C5A6-43AF-A39D-41E31926F6C3}" type="sibTrans" cxnId="{905645FC-2DFA-4587-A586-F78F1B3F8BF1}">
      <dgm:prSet/>
      <dgm:spPr/>
      <dgm:t>
        <a:bodyPr/>
        <a:lstStyle/>
        <a:p>
          <a:endParaRPr lang="es-CO"/>
        </a:p>
      </dgm:t>
    </dgm:pt>
    <dgm:pt modelId="{48E8F5AD-3976-4365-B66A-FA409B477067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HEMOGLOBINA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AF3273CB-F45F-4186-933A-319289294776}" type="parTrans" cxnId="{DEC467FA-5093-4BB0-A4B1-4AF49C5D1B1F}">
      <dgm:prSet/>
      <dgm:spPr/>
      <dgm:t>
        <a:bodyPr/>
        <a:lstStyle/>
        <a:p>
          <a:endParaRPr lang="es-CO"/>
        </a:p>
      </dgm:t>
    </dgm:pt>
    <dgm:pt modelId="{413F5971-9F83-415D-BE0C-40D4C0BDAE45}" type="sibTrans" cxnId="{DEC467FA-5093-4BB0-A4B1-4AF49C5D1B1F}">
      <dgm:prSet/>
      <dgm:spPr/>
      <dgm:t>
        <a:bodyPr/>
        <a:lstStyle/>
        <a:p>
          <a:endParaRPr lang="es-CO"/>
        </a:p>
      </dgm:t>
    </dgm:pt>
    <dgm:pt modelId="{AE018C93-D99D-491E-A296-04F092481D33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PLAQUETAS AUTOMATIZADAS</a:t>
          </a:r>
          <a:endParaRPr lang="es-CO" sz="1400" dirty="0">
            <a:solidFill>
              <a:schemeClr val="accent3"/>
            </a:solidFill>
          </a:endParaRPr>
        </a:p>
      </dgm:t>
    </dgm:pt>
    <dgm:pt modelId="{51ED94D6-1790-414C-BE81-988F9609F486}" type="parTrans" cxnId="{2CF0B7ED-99F1-41FF-BBAF-3212A2F74B8B}">
      <dgm:prSet/>
      <dgm:spPr/>
      <dgm:t>
        <a:bodyPr/>
        <a:lstStyle/>
        <a:p>
          <a:endParaRPr lang="es-CO"/>
        </a:p>
      </dgm:t>
    </dgm:pt>
    <dgm:pt modelId="{CF1F083E-3643-4306-A347-F74381E8818D}" type="sibTrans" cxnId="{2CF0B7ED-99F1-41FF-BBAF-3212A2F74B8B}">
      <dgm:prSet/>
      <dgm:spPr/>
      <dgm:t>
        <a:bodyPr/>
        <a:lstStyle/>
        <a:p>
          <a:endParaRPr lang="es-CO"/>
        </a:p>
      </dgm:t>
    </dgm:pt>
    <dgm:pt modelId="{25226183-D9AD-4AD3-A85B-850B20D640E7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EOSINÓFILOS EN SANGRE</a:t>
          </a:r>
          <a:endParaRPr lang="es-CO" sz="1400" dirty="0">
            <a:solidFill>
              <a:schemeClr val="accent3"/>
            </a:solidFill>
          </a:endParaRPr>
        </a:p>
      </dgm:t>
    </dgm:pt>
    <dgm:pt modelId="{A4C7C911-A07C-4E43-B37F-C9637CD28B36}" type="parTrans" cxnId="{E850AB2C-F434-4B5A-A0CA-FE742F0D42EC}">
      <dgm:prSet/>
      <dgm:spPr/>
      <dgm:t>
        <a:bodyPr/>
        <a:lstStyle/>
        <a:p>
          <a:endParaRPr lang="es-CO"/>
        </a:p>
      </dgm:t>
    </dgm:pt>
    <dgm:pt modelId="{D92D2440-7BE8-4ADF-9CB1-7624F9991968}" type="sibTrans" cxnId="{E850AB2C-F434-4B5A-A0CA-FE742F0D42EC}">
      <dgm:prSet/>
      <dgm:spPr/>
      <dgm:t>
        <a:bodyPr/>
        <a:lstStyle/>
        <a:p>
          <a:endParaRPr lang="es-CO"/>
        </a:p>
      </dgm:t>
    </dgm:pt>
    <dgm:pt modelId="{8FC97345-DD36-49E9-B416-CD6CDEC69589}" type="pres">
      <dgm:prSet presAssocID="{A63629DA-BB1C-41D2-913B-C4AED2047E7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276BB54-1749-40DB-BCE9-8E738E71D519}" type="pres">
      <dgm:prSet presAssocID="{4B4960B8-28A5-44AE-BC57-45801513ADFE}" presName="horFlow" presStyleCnt="0"/>
      <dgm:spPr/>
    </dgm:pt>
    <dgm:pt modelId="{988E9A22-149C-4253-A7A8-4A9A5134443B}" type="pres">
      <dgm:prSet presAssocID="{4B4960B8-28A5-44AE-BC57-45801513ADFE}" presName="bigChev" presStyleLbl="node1" presStyleIdx="0" presStyleCnt="4"/>
      <dgm:spPr/>
    </dgm:pt>
    <dgm:pt modelId="{9A8AD687-B2BE-43B3-8D60-4A011B2F0633}" type="pres">
      <dgm:prSet presAssocID="{46D25F0F-522D-4586-8F31-7C1EAA24BD13}" presName="parTrans" presStyleCnt="0"/>
      <dgm:spPr/>
    </dgm:pt>
    <dgm:pt modelId="{05889462-E21B-4141-A6B9-25238B840916}" type="pres">
      <dgm:prSet presAssocID="{0BEDB5F6-B29C-432A-A824-D326FA1A8FA4}" presName="node" presStyleLbl="alignAccFollowNode1" presStyleIdx="0" presStyleCnt="11" custScaleY="121208" custLinFactNeighborX="-10579">
        <dgm:presLayoutVars>
          <dgm:bulletEnabled val="1"/>
        </dgm:presLayoutVars>
      </dgm:prSet>
      <dgm:spPr/>
    </dgm:pt>
    <dgm:pt modelId="{D2BEB111-D069-4502-8148-D9EF13B40C73}" type="pres">
      <dgm:prSet presAssocID="{E694F901-1E41-4429-8A77-4179B6B2E27E}" presName="sibTrans" presStyleCnt="0"/>
      <dgm:spPr/>
    </dgm:pt>
    <dgm:pt modelId="{2ADC53D0-1F0B-414A-81D1-8747F5DD2D79}" type="pres">
      <dgm:prSet presAssocID="{48E8F5AD-3976-4365-B66A-FA409B477067}" presName="node" presStyleLbl="alignAccFollowNode1" presStyleIdx="1" presStyleCnt="11" custScaleY="117592" custLinFactNeighborX="-10579">
        <dgm:presLayoutVars>
          <dgm:bulletEnabled val="1"/>
        </dgm:presLayoutVars>
      </dgm:prSet>
      <dgm:spPr/>
    </dgm:pt>
    <dgm:pt modelId="{F3CEA476-AAF2-4278-8B69-2DC9F82F8E6B}" type="pres">
      <dgm:prSet presAssocID="{4B4960B8-28A5-44AE-BC57-45801513ADFE}" presName="vSp" presStyleCnt="0"/>
      <dgm:spPr/>
    </dgm:pt>
    <dgm:pt modelId="{5C3617B0-D50A-49FB-8465-49F113158415}" type="pres">
      <dgm:prSet presAssocID="{DF290614-9B4D-4DA6-A85C-B02915096AD8}" presName="horFlow" presStyleCnt="0"/>
      <dgm:spPr/>
    </dgm:pt>
    <dgm:pt modelId="{D07635C9-BD96-46FE-8AE1-C79C624F539C}" type="pres">
      <dgm:prSet presAssocID="{DF290614-9B4D-4DA6-A85C-B02915096AD8}" presName="bigChev" presStyleLbl="node1" presStyleIdx="1" presStyleCnt="4" custLinFactNeighborX="-6492" custLinFactNeighborY="-9220"/>
      <dgm:spPr/>
    </dgm:pt>
    <dgm:pt modelId="{96C2E736-D1FD-4841-8FC5-C5513CB056D3}" type="pres">
      <dgm:prSet presAssocID="{DE794264-54DD-4BC7-A726-19F51E2213E6}" presName="parTrans" presStyleCnt="0"/>
      <dgm:spPr/>
    </dgm:pt>
    <dgm:pt modelId="{4F077616-8BDC-4A62-9A13-55B95DEC6FB6}" type="pres">
      <dgm:prSet presAssocID="{38EB168C-1C70-48EC-B088-1385540CAA92}" presName="node" presStyleLbl="alignAccFollowNode1" presStyleIdx="2" presStyleCnt="11" custLinFactNeighborX="-7263" custLinFactNeighborY="-11108">
        <dgm:presLayoutVars>
          <dgm:bulletEnabled val="1"/>
        </dgm:presLayoutVars>
      </dgm:prSet>
      <dgm:spPr/>
    </dgm:pt>
    <dgm:pt modelId="{E6B00B8E-A14C-45B0-BA79-9BD4CB568839}" type="pres">
      <dgm:prSet presAssocID="{AD40FFC8-743C-4DCB-88DE-4F4C41E112B9}" presName="sibTrans" presStyleCnt="0"/>
      <dgm:spPr/>
    </dgm:pt>
    <dgm:pt modelId="{D700DD64-B755-4753-84CB-31F9AB23FFF2}" type="pres">
      <dgm:prSet presAssocID="{63B6857A-1A35-4B1E-A3A1-B9822444D77C}" presName="node" presStyleLbl="alignAccFollowNode1" presStyleIdx="3" presStyleCnt="11" custLinFactNeighborX="-7263" custLinFactNeighborY="-11108">
        <dgm:presLayoutVars>
          <dgm:bulletEnabled val="1"/>
        </dgm:presLayoutVars>
      </dgm:prSet>
      <dgm:spPr/>
    </dgm:pt>
    <dgm:pt modelId="{EED6B98F-77C1-4F78-92F6-85B4B628CE83}" type="pres">
      <dgm:prSet presAssocID="{F982E965-79EC-4D08-B562-49AB9F7699A8}" presName="sibTrans" presStyleCnt="0"/>
      <dgm:spPr/>
    </dgm:pt>
    <dgm:pt modelId="{B5BF3718-FC78-4EF9-8F25-5555A2E4B4A5}" type="pres">
      <dgm:prSet presAssocID="{AE018C93-D99D-491E-A296-04F092481D33}" presName="node" presStyleLbl="alignAccFollowNode1" presStyleIdx="4" presStyleCnt="11" custScaleX="118018" custScaleY="118482" custLinFactY="-31775" custLinFactNeighborX="30995" custLinFactNeighborY="-100000">
        <dgm:presLayoutVars>
          <dgm:bulletEnabled val="1"/>
        </dgm:presLayoutVars>
      </dgm:prSet>
      <dgm:spPr/>
    </dgm:pt>
    <dgm:pt modelId="{4A31BFBE-CF86-4CDC-88C1-7FD8331D70B2}" type="pres">
      <dgm:prSet presAssocID="{CF1F083E-3643-4306-A347-F74381E8818D}" presName="sibTrans" presStyleCnt="0"/>
      <dgm:spPr/>
    </dgm:pt>
    <dgm:pt modelId="{A1BCDD02-6393-432D-90A5-78E00779383E}" type="pres">
      <dgm:prSet presAssocID="{25226183-D9AD-4AD3-A85B-850B20D640E7}" presName="node" presStyleLbl="alignAccFollowNode1" presStyleIdx="5" presStyleCnt="11" custScaleY="121672" custLinFactY="-30180" custLinFactNeighborX="3894" custLinFactNeighborY="-100000">
        <dgm:presLayoutVars>
          <dgm:bulletEnabled val="1"/>
        </dgm:presLayoutVars>
      </dgm:prSet>
      <dgm:spPr/>
    </dgm:pt>
    <dgm:pt modelId="{3BA67C84-B201-483B-B381-69374485B5E6}" type="pres">
      <dgm:prSet presAssocID="{DF290614-9B4D-4DA6-A85C-B02915096AD8}" presName="vSp" presStyleCnt="0"/>
      <dgm:spPr/>
    </dgm:pt>
    <dgm:pt modelId="{EA8D364D-61CD-476B-9D4E-E2B7D86EBA2E}" type="pres">
      <dgm:prSet presAssocID="{53C46022-4FCE-4C5C-AEAF-2F33BBC71DEF}" presName="horFlow" presStyleCnt="0"/>
      <dgm:spPr/>
    </dgm:pt>
    <dgm:pt modelId="{4AFF304D-BFD7-41FF-B18C-24AD4EFA73A2}" type="pres">
      <dgm:prSet presAssocID="{53C46022-4FCE-4C5C-AEAF-2F33BBC71DEF}" presName="bigChev" presStyleLbl="node1" presStyleIdx="2" presStyleCnt="4" custLinFactNeighborX="73556" custLinFactNeighborY="-9220"/>
      <dgm:spPr/>
    </dgm:pt>
    <dgm:pt modelId="{92C947A5-E646-4AA0-97C4-D8F2DD9A25DD}" type="pres">
      <dgm:prSet presAssocID="{6C469CAB-2436-4A21-9E63-822AF1A5CF03}" presName="parTrans" presStyleCnt="0"/>
      <dgm:spPr/>
    </dgm:pt>
    <dgm:pt modelId="{EF271A90-362B-4D1A-B5B5-074264EC45AE}" type="pres">
      <dgm:prSet presAssocID="{2B86ECB8-6BFF-4212-9CBD-2346BBC91400}" presName="node" presStyleLbl="alignAccFollowNode1" presStyleIdx="6" presStyleCnt="11" custLinFactNeighborX="-7263" custLinFactNeighborY="-11108">
        <dgm:presLayoutVars>
          <dgm:bulletEnabled val="1"/>
        </dgm:presLayoutVars>
      </dgm:prSet>
      <dgm:spPr/>
    </dgm:pt>
    <dgm:pt modelId="{5211B739-27AF-42FF-8D27-99457B6C1FAB}" type="pres">
      <dgm:prSet presAssocID="{2A9FD606-7A80-450F-A403-4A4F88C1CA19}" presName="sibTrans" presStyleCnt="0"/>
      <dgm:spPr/>
    </dgm:pt>
    <dgm:pt modelId="{EECB0790-577F-483D-B375-70C746C26C2C}" type="pres">
      <dgm:prSet presAssocID="{107AA0CF-E75D-4507-80EA-2D98E5D8620C}" presName="node" presStyleLbl="alignAccFollowNode1" presStyleIdx="7" presStyleCnt="11" custLinFactNeighborX="-7263" custLinFactNeighborY="-11108">
        <dgm:presLayoutVars>
          <dgm:bulletEnabled val="1"/>
        </dgm:presLayoutVars>
      </dgm:prSet>
      <dgm:spPr/>
    </dgm:pt>
    <dgm:pt modelId="{F909469F-2CA6-4711-8830-A141E96A462A}" type="pres">
      <dgm:prSet presAssocID="{FAF93014-DAC8-4CCE-89E3-D1BFCFBFCCDC}" presName="sibTrans" presStyleCnt="0"/>
      <dgm:spPr/>
    </dgm:pt>
    <dgm:pt modelId="{CF77FA1A-D0F9-4B3A-832C-C8FE54527808}" type="pres">
      <dgm:prSet presAssocID="{CB6530B9-8C52-4F33-807A-EFF94C7F1CBA}" presName="node" presStyleLbl="alignAccFollowNode1" presStyleIdx="8" presStyleCnt="11" custLinFactNeighborX="-7263" custLinFactNeighborY="-11108">
        <dgm:presLayoutVars>
          <dgm:bulletEnabled val="1"/>
        </dgm:presLayoutVars>
      </dgm:prSet>
      <dgm:spPr/>
    </dgm:pt>
    <dgm:pt modelId="{0128FBE6-AD52-42DF-9E38-B1F6F995A1DA}" type="pres">
      <dgm:prSet presAssocID="{53C46022-4FCE-4C5C-AEAF-2F33BBC71DEF}" presName="vSp" presStyleCnt="0"/>
      <dgm:spPr/>
    </dgm:pt>
    <dgm:pt modelId="{D162589D-93A3-4020-83BB-B5D9B577BCA2}" type="pres">
      <dgm:prSet presAssocID="{6A4287A8-6075-409B-A17E-2BCAFD9E34BE}" presName="horFlow" presStyleCnt="0"/>
      <dgm:spPr/>
    </dgm:pt>
    <dgm:pt modelId="{6356A5FB-502C-4FC7-8EC9-74E670DAB07F}" type="pres">
      <dgm:prSet presAssocID="{6A4287A8-6075-409B-A17E-2BCAFD9E34BE}" presName="bigChev" presStyleLbl="node1" presStyleIdx="3" presStyleCnt="4" custLinFactNeighborX="-6492" custLinFactNeighborY="-9220"/>
      <dgm:spPr/>
    </dgm:pt>
    <dgm:pt modelId="{4493F469-F3EC-4E6A-BAEB-F0DD73591225}" type="pres">
      <dgm:prSet presAssocID="{A51A16C8-6A92-4E3E-A3B7-AC9DCD7C94C5}" presName="parTrans" presStyleCnt="0"/>
      <dgm:spPr/>
    </dgm:pt>
    <dgm:pt modelId="{1F80FEE7-BAE5-4064-A2FA-B2872852BDE5}" type="pres">
      <dgm:prSet presAssocID="{C42E9002-214A-4DD6-B17F-37AD1A82A3F3}" presName="node" presStyleLbl="alignAccFollowNode1" presStyleIdx="9" presStyleCnt="11" custLinFactNeighborX="-7263" custLinFactNeighborY="-11108">
        <dgm:presLayoutVars>
          <dgm:bulletEnabled val="1"/>
        </dgm:presLayoutVars>
      </dgm:prSet>
      <dgm:spPr/>
    </dgm:pt>
    <dgm:pt modelId="{28A53639-DD11-481A-9A1C-DA1903EE52E3}" type="pres">
      <dgm:prSet presAssocID="{5C45535F-093A-49B1-87CB-889360CBF6A6}" presName="sibTrans" presStyleCnt="0"/>
      <dgm:spPr/>
    </dgm:pt>
    <dgm:pt modelId="{284906C5-CFD5-48F4-AA5A-A9BDCA6365FD}" type="pres">
      <dgm:prSet presAssocID="{4E5F9556-0155-40E6-8AFD-734F5BBCB437}" presName="node" presStyleLbl="alignAccFollowNode1" presStyleIdx="10" presStyleCnt="11" custLinFactNeighborX="-7263" custLinFactNeighborY="-11108">
        <dgm:presLayoutVars>
          <dgm:bulletEnabled val="1"/>
        </dgm:presLayoutVars>
      </dgm:prSet>
      <dgm:spPr/>
    </dgm:pt>
  </dgm:ptLst>
  <dgm:cxnLst>
    <dgm:cxn modelId="{1A838022-0FFE-4361-A011-03DB563E5F19}" srcId="{6A4287A8-6075-409B-A17E-2BCAFD9E34BE}" destId="{C42E9002-214A-4DD6-B17F-37AD1A82A3F3}" srcOrd="0" destOrd="0" parTransId="{A51A16C8-6A92-4E3E-A3B7-AC9DCD7C94C5}" sibTransId="{5C45535F-093A-49B1-87CB-889360CBF6A6}"/>
    <dgm:cxn modelId="{76461D24-C9CB-427F-8D91-87CE117BA69E}" srcId="{53C46022-4FCE-4C5C-AEAF-2F33BBC71DEF}" destId="{107AA0CF-E75D-4507-80EA-2D98E5D8620C}" srcOrd="1" destOrd="0" parTransId="{E7B46254-7BF3-420E-8EBD-567A92A49110}" sibTransId="{FAF93014-DAC8-4CCE-89E3-D1BFCFBFCCDC}"/>
    <dgm:cxn modelId="{75F1DF29-D1B6-4AE4-AC79-9D2795A3B945}" type="presOf" srcId="{38EB168C-1C70-48EC-B088-1385540CAA92}" destId="{4F077616-8BDC-4A62-9A13-55B95DEC6FB6}" srcOrd="0" destOrd="0" presId="urn:microsoft.com/office/officeart/2005/8/layout/lProcess3"/>
    <dgm:cxn modelId="{E850AB2C-F434-4B5A-A0CA-FE742F0D42EC}" srcId="{DF290614-9B4D-4DA6-A85C-B02915096AD8}" destId="{25226183-D9AD-4AD3-A85B-850B20D640E7}" srcOrd="3" destOrd="0" parTransId="{A4C7C911-A07C-4E43-B37F-C9637CD28B36}" sibTransId="{D92D2440-7BE8-4ADF-9CB1-7624F9991968}"/>
    <dgm:cxn modelId="{35483B2E-8B4B-4AAD-B745-DAA549286EDF}" type="presOf" srcId="{CB6530B9-8C52-4F33-807A-EFF94C7F1CBA}" destId="{CF77FA1A-D0F9-4B3A-832C-C8FE54527808}" srcOrd="0" destOrd="0" presId="urn:microsoft.com/office/officeart/2005/8/layout/lProcess3"/>
    <dgm:cxn modelId="{2A7DC131-11D0-4FBE-9774-910F025FE0E4}" type="presOf" srcId="{0BEDB5F6-B29C-432A-A824-D326FA1A8FA4}" destId="{05889462-E21B-4141-A6B9-25238B840916}" srcOrd="0" destOrd="0" presId="urn:microsoft.com/office/officeart/2005/8/layout/lProcess3"/>
    <dgm:cxn modelId="{E0AA3B32-4A7D-484D-90B7-704E7F8430F9}" srcId="{53C46022-4FCE-4C5C-AEAF-2F33BBC71DEF}" destId="{2B86ECB8-6BFF-4212-9CBD-2346BBC91400}" srcOrd="0" destOrd="0" parTransId="{6C469CAB-2436-4A21-9E63-822AF1A5CF03}" sibTransId="{2A9FD606-7A80-450F-A403-4A4F88C1CA19}"/>
    <dgm:cxn modelId="{97B9BD3A-6686-4EC6-ACEF-8222D3A3694A}" type="presOf" srcId="{C42E9002-214A-4DD6-B17F-37AD1A82A3F3}" destId="{1F80FEE7-BAE5-4064-A2FA-B2872852BDE5}" srcOrd="0" destOrd="0" presId="urn:microsoft.com/office/officeart/2005/8/layout/lProcess3"/>
    <dgm:cxn modelId="{7929A362-44E3-4C00-B5C0-EEE0CBE1DD4A}" type="presOf" srcId="{63B6857A-1A35-4B1E-A3A1-B9822444D77C}" destId="{D700DD64-B755-4753-84CB-31F9AB23FFF2}" srcOrd="0" destOrd="0" presId="urn:microsoft.com/office/officeart/2005/8/layout/lProcess3"/>
    <dgm:cxn modelId="{48B3F745-DDDE-460B-BF38-60BE22E6A293}" srcId="{DF290614-9B4D-4DA6-A85C-B02915096AD8}" destId="{38EB168C-1C70-48EC-B088-1385540CAA92}" srcOrd="0" destOrd="0" parTransId="{DE794264-54DD-4BC7-A726-19F51E2213E6}" sibTransId="{AD40FFC8-743C-4DCB-88DE-4F4C41E112B9}"/>
    <dgm:cxn modelId="{7A824957-1F78-41D0-9A9A-0FF55849957B}" type="presOf" srcId="{A63629DA-BB1C-41D2-913B-C4AED2047E7F}" destId="{8FC97345-DD36-49E9-B416-CD6CDEC69589}" srcOrd="0" destOrd="0" presId="urn:microsoft.com/office/officeart/2005/8/layout/lProcess3"/>
    <dgm:cxn modelId="{91051B90-A0C8-4910-B6A7-1CC2D8859759}" type="presOf" srcId="{107AA0CF-E75D-4507-80EA-2D98E5D8620C}" destId="{EECB0790-577F-483D-B375-70C746C26C2C}" srcOrd="0" destOrd="0" presId="urn:microsoft.com/office/officeart/2005/8/layout/lProcess3"/>
    <dgm:cxn modelId="{DCF49496-AB8E-4455-872A-C920CA5C2B17}" srcId="{A63629DA-BB1C-41D2-913B-C4AED2047E7F}" destId="{53C46022-4FCE-4C5C-AEAF-2F33BBC71DEF}" srcOrd="2" destOrd="0" parTransId="{A3249014-FB4A-4618-BC75-D6FCDE8049B0}" sibTransId="{A52C1661-BD34-4821-8C4D-C4938ABEA36A}"/>
    <dgm:cxn modelId="{78BCF89A-E6A7-4C37-815B-D0E5CA7A31F0}" type="presOf" srcId="{48E8F5AD-3976-4365-B66A-FA409B477067}" destId="{2ADC53D0-1F0B-414A-81D1-8747F5DD2D79}" srcOrd="0" destOrd="0" presId="urn:microsoft.com/office/officeart/2005/8/layout/lProcess3"/>
    <dgm:cxn modelId="{8C4C629B-E3B1-4E3D-8C69-6B3825D20DAE}" type="presOf" srcId="{4B4960B8-28A5-44AE-BC57-45801513ADFE}" destId="{988E9A22-149C-4253-A7A8-4A9A5134443B}" srcOrd="0" destOrd="0" presId="urn:microsoft.com/office/officeart/2005/8/layout/lProcess3"/>
    <dgm:cxn modelId="{6097DE9D-9493-4910-91BB-8E5F87FBA6CB}" srcId="{53C46022-4FCE-4C5C-AEAF-2F33BBC71DEF}" destId="{CB6530B9-8C52-4F33-807A-EFF94C7F1CBA}" srcOrd="2" destOrd="0" parTransId="{66E8B4BC-5833-439B-9809-0236A8DCA69C}" sibTransId="{A4723AE1-80C8-4396-A832-040A7DF942AC}"/>
    <dgm:cxn modelId="{315D58A5-5C9F-4AAE-94F3-B4A74763EF58}" type="presOf" srcId="{DF290614-9B4D-4DA6-A85C-B02915096AD8}" destId="{D07635C9-BD96-46FE-8AE1-C79C624F539C}" srcOrd="0" destOrd="0" presId="urn:microsoft.com/office/officeart/2005/8/layout/lProcess3"/>
    <dgm:cxn modelId="{54763CAD-8280-4179-A159-AAB3E0907DD8}" type="presOf" srcId="{4E5F9556-0155-40E6-8AFD-734F5BBCB437}" destId="{284906C5-CFD5-48F4-AA5A-A9BDCA6365FD}" srcOrd="0" destOrd="0" presId="urn:microsoft.com/office/officeart/2005/8/layout/lProcess3"/>
    <dgm:cxn modelId="{E4DE18B3-7DCB-4587-9B87-D99132AA9CCC}" type="presOf" srcId="{6A4287A8-6075-409B-A17E-2BCAFD9E34BE}" destId="{6356A5FB-502C-4FC7-8EC9-74E670DAB07F}" srcOrd="0" destOrd="0" presId="urn:microsoft.com/office/officeart/2005/8/layout/lProcess3"/>
    <dgm:cxn modelId="{62306CB4-3FF8-4928-84C2-34954DFAD96B}" srcId="{A63629DA-BB1C-41D2-913B-C4AED2047E7F}" destId="{4B4960B8-28A5-44AE-BC57-45801513ADFE}" srcOrd="0" destOrd="0" parTransId="{320823F0-D3D5-4799-AC5B-34810C3A99AD}" sibTransId="{9BCF1252-5D2E-461E-9E46-AB7C4A47A53D}"/>
    <dgm:cxn modelId="{8FE5E4B9-52CA-43A1-9C0B-1B4D17081702}" type="presOf" srcId="{AE018C93-D99D-491E-A296-04F092481D33}" destId="{B5BF3718-FC78-4EF9-8F25-5555A2E4B4A5}" srcOrd="0" destOrd="0" presId="urn:microsoft.com/office/officeart/2005/8/layout/lProcess3"/>
    <dgm:cxn modelId="{4BFFE7C2-054F-4BB4-AF77-1C57DDF9000F}" srcId="{A63629DA-BB1C-41D2-913B-C4AED2047E7F}" destId="{6A4287A8-6075-409B-A17E-2BCAFD9E34BE}" srcOrd="3" destOrd="0" parTransId="{3557D358-838B-49C9-A01A-08022E873BA4}" sibTransId="{0199CCEC-A11B-4373-A454-3BEDFF2F3516}"/>
    <dgm:cxn modelId="{5C930DC6-6D62-46F2-A71D-E4AC353EE8BB}" type="presOf" srcId="{53C46022-4FCE-4C5C-AEAF-2F33BBC71DEF}" destId="{4AFF304D-BFD7-41FF-B18C-24AD4EFA73A2}" srcOrd="0" destOrd="0" presId="urn:microsoft.com/office/officeart/2005/8/layout/lProcess3"/>
    <dgm:cxn modelId="{9A9E5CC9-E2FE-4171-8DEA-9E1D6B4B819D}" srcId="{4B4960B8-28A5-44AE-BC57-45801513ADFE}" destId="{0BEDB5F6-B29C-432A-A824-D326FA1A8FA4}" srcOrd="0" destOrd="0" parTransId="{46D25F0F-522D-4586-8F31-7C1EAA24BD13}" sibTransId="{E694F901-1E41-4429-8A77-4179B6B2E27E}"/>
    <dgm:cxn modelId="{0CC818D1-A9F1-4647-B751-CC9D15B0D551}" type="presOf" srcId="{2B86ECB8-6BFF-4212-9CBD-2346BBC91400}" destId="{EF271A90-362B-4D1A-B5B5-074264EC45AE}" srcOrd="0" destOrd="0" presId="urn:microsoft.com/office/officeart/2005/8/layout/lProcess3"/>
    <dgm:cxn modelId="{3BE7B7E5-2682-40B1-AFBF-2C4724DD0E9C}" srcId="{A63629DA-BB1C-41D2-913B-C4AED2047E7F}" destId="{DF290614-9B4D-4DA6-A85C-B02915096AD8}" srcOrd="1" destOrd="0" parTransId="{660BD727-76E9-4883-9C10-3ECBCBC583C2}" sibTransId="{2A02C0DF-0D24-43A7-8333-4AFE1F19D89E}"/>
    <dgm:cxn modelId="{A41E30E6-5B4B-4798-8E77-B5D0485F30CF}" srcId="{DF290614-9B4D-4DA6-A85C-B02915096AD8}" destId="{63B6857A-1A35-4B1E-A3A1-B9822444D77C}" srcOrd="1" destOrd="0" parTransId="{9D846D7E-6631-4D6D-AA70-99BA7E5A231D}" sibTransId="{F982E965-79EC-4D08-B562-49AB9F7699A8}"/>
    <dgm:cxn modelId="{2CF0B7ED-99F1-41FF-BBAF-3212A2F74B8B}" srcId="{DF290614-9B4D-4DA6-A85C-B02915096AD8}" destId="{AE018C93-D99D-491E-A296-04F092481D33}" srcOrd="2" destOrd="0" parTransId="{51ED94D6-1790-414C-BE81-988F9609F486}" sibTransId="{CF1F083E-3643-4306-A347-F74381E8818D}"/>
    <dgm:cxn modelId="{DEC467FA-5093-4BB0-A4B1-4AF49C5D1B1F}" srcId="{4B4960B8-28A5-44AE-BC57-45801513ADFE}" destId="{48E8F5AD-3976-4365-B66A-FA409B477067}" srcOrd="1" destOrd="0" parTransId="{AF3273CB-F45F-4186-933A-319289294776}" sibTransId="{413F5971-9F83-415D-BE0C-40D4C0BDAE45}"/>
    <dgm:cxn modelId="{905645FC-2DFA-4587-A586-F78F1B3F8BF1}" srcId="{6A4287A8-6075-409B-A17E-2BCAFD9E34BE}" destId="{4E5F9556-0155-40E6-8AFD-734F5BBCB437}" srcOrd="1" destOrd="0" parTransId="{1A22F978-0FCB-4842-BFE5-007EC3C949B1}" sibTransId="{24E15838-C5A6-43AF-A39D-41E31926F6C3}"/>
    <dgm:cxn modelId="{A6EB1FFD-5AFA-4FF3-B645-3B6F51B2DE3E}" type="presOf" srcId="{25226183-D9AD-4AD3-A85B-850B20D640E7}" destId="{A1BCDD02-6393-432D-90A5-78E00779383E}" srcOrd="0" destOrd="0" presId="urn:microsoft.com/office/officeart/2005/8/layout/lProcess3"/>
    <dgm:cxn modelId="{3A9FF467-46FE-4CB1-981F-326E526C5290}" type="presParOf" srcId="{8FC97345-DD36-49E9-B416-CD6CDEC69589}" destId="{2276BB54-1749-40DB-BCE9-8E738E71D519}" srcOrd="0" destOrd="0" presId="urn:microsoft.com/office/officeart/2005/8/layout/lProcess3"/>
    <dgm:cxn modelId="{27825ACC-C886-4C96-94EE-3E34A304899F}" type="presParOf" srcId="{2276BB54-1749-40DB-BCE9-8E738E71D519}" destId="{988E9A22-149C-4253-A7A8-4A9A5134443B}" srcOrd="0" destOrd="0" presId="urn:microsoft.com/office/officeart/2005/8/layout/lProcess3"/>
    <dgm:cxn modelId="{3862C55B-1773-44FC-A99B-4EC02962D93E}" type="presParOf" srcId="{2276BB54-1749-40DB-BCE9-8E738E71D519}" destId="{9A8AD687-B2BE-43B3-8D60-4A011B2F0633}" srcOrd="1" destOrd="0" presId="urn:microsoft.com/office/officeart/2005/8/layout/lProcess3"/>
    <dgm:cxn modelId="{014E77CD-C39A-426A-B62E-4870D95350F5}" type="presParOf" srcId="{2276BB54-1749-40DB-BCE9-8E738E71D519}" destId="{05889462-E21B-4141-A6B9-25238B840916}" srcOrd="2" destOrd="0" presId="urn:microsoft.com/office/officeart/2005/8/layout/lProcess3"/>
    <dgm:cxn modelId="{7D457C0C-FED5-4554-BACB-D961361C83EF}" type="presParOf" srcId="{2276BB54-1749-40DB-BCE9-8E738E71D519}" destId="{D2BEB111-D069-4502-8148-D9EF13B40C73}" srcOrd="3" destOrd="0" presId="urn:microsoft.com/office/officeart/2005/8/layout/lProcess3"/>
    <dgm:cxn modelId="{4D6B8F4C-E380-4AF2-9971-20B2C76835EF}" type="presParOf" srcId="{2276BB54-1749-40DB-BCE9-8E738E71D519}" destId="{2ADC53D0-1F0B-414A-81D1-8747F5DD2D79}" srcOrd="4" destOrd="0" presId="urn:microsoft.com/office/officeart/2005/8/layout/lProcess3"/>
    <dgm:cxn modelId="{44A4FCAC-3AD6-40AF-92C3-A2A3D0CE3D2A}" type="presParOf" srcId="{8FC97345-DD36-49E9-B416-CD6CDEC69589}" destId="{F3CEA476-AAF2-4278-8B69-2DC9F82F8E6B}" srcOrd="1" destOrd="0" presId="urn:microsoft.com/office/officeart/2005/8/layout/lProcess3"/>
    <dgm:cxn modelId="{71921B45-ED0F-436F-9F56-7D4F8745805D}" type="presParOf" srcId="{8FC97345-DD36-49E9-B416-CD6CDEC69589}" destId="{5C3617B0-D50A-49FB-8465-49F113158415}" srcOrd="2" destOrd="0" presId="urn:microsoft.com/office/officeart/2005/8/layout/lProcess3"/>
    <dgm:cxn modelId="{43E20092-9F78-4E57-9CC5-DEE03680186E}" type="presParOf" srcId="{5C3617B0-D50A-49FB-8465-49F113158415}" destId="{D07635C9-BD96-46FE-8AE1-C79C624F539C}" srcOrd="0" destOrd="0" presId="urn:microsoft.com/office/officeart/2005/8/layout/lProcess3"/>
    <dgm:cxn modelId="{DEA571A8-F159-43F6-A0BC-B265E8CFAFCD}" type="presParOf" srcId="{5C3617B0-D50A-49FB-8465-49F113158415}" destId="{96C2E736-D1FD-4841-8FC5-C5513CB056D3}" srcOrd="1" destOrd="0" presId="urn:microsoft.com/office/officeart/2005/8/layout/lProcess3"/>
    <dgm:cxn modelId="{144C4BAD-692B-4F3A-8998-CD93619CC79B}" type="presParOf" srcId="{5C3617B0-D50A-49FB-8465-49F113158415}" destId="{4F077616-8BDC-4A62-9A13-55B95DEC6FB6}" srcOrd="2" destOrd="0" presId="urn:microsoft.com/office/officeart/2005/8/layout/lProcess3"/>
    <dgm:cxn modelId="{5CDC9E14-5A9E-4F50-9201-4D8204502AB1}" type="presParOf" srcId="{5C3617B0-D50A-49FB-8465-49F113158415}" destId="{E6B00B8E-A14C-45B0-BA79-9BD4CB568839}" srcOrd="3" destOrd="0" presId="urn:microsoft.com/office/officeart/2005/8/layout/lProcess3"/>
    <dgm:cxn modelId="{A6BC895F-EB81-47C7-97C2-D06D593AA575}" type="presParOf" srcId="{5C3617B0-D50A-49FB-8465-49F113158415}" destId="{D700DD64-B755-4753-84CB-31F9AB23FFF2}" srcOrd="4" destOrd="0" presId="urn:microsoft.com/office/officeart/2005/8/layout/lProcess3"/>
    <dgm:cxn modelId="{465DB665-2495-45B4-A9A4-E832F9DA28C0}" type="presParOf" srcId="{5C3617B0-D50A-49FB-8465-49F113158415}" destId="{EED6B98F-77C1-4F78-92F6-85B4B628CE83}" srcOrd="5" destOrd="0" presId="urn:microsoft.com/office/officeart/2005/8/layout/lProcess3"/>
    <dgm:cxn modelId="{4EB5E66C-7E5C-4904-A84F-92482829F083}" type="presParOf" srcId="{5C3617B0-D50A-49FB-8465-49F113158415}" destId="{B5BF3718-FC78-4EF9-8F25-5555A2E4B4A5}" srcOrd="6" destOrd="0" presId="urn:microsoft.com/office/officeart/2005/8/layout/lProcess3"/>
    <dgm:cxn modelId="{5A150077-F7EE-42F7-8C21-B9D82506C436}" type="presParOf" srcId="{5C3617B0-D50A-49FB-8465-49F113158415}" destId="{4A31BFBE-CF86-4CDC-88C1-7FD8331D70B2}" srcOrd="7" destOrd="0" presId="urn:microsoft.com/office/officeart/2005/8/layout/lProcess3"/>
    <dgm:cxn modelId="{FBB52883-59E4-403B-A9A2-2B2AC0F432FD}" type="presParOf" srcId="{5C3617B0-D50A-49FB-8465-49F113158415}" destId="{A1BCDD02-6393-432D-90A5-78E00779383E}" srcOrd="8" destOrd="0" presId="urn:microsoft.com/office/officeart/2005/8/layout/lProcess3"/>
    <dgm:cxn modelId="{034E8972-10E1-4E20-AC80-25F3FE5B8233}" type="presParOf" srcId="{8FC97345-DD36-49E9-B416-CD6CDEC69589}" destId="{3BA67C84-B201-483B-B381-69374485B5E6}" srcOrd="3" destOrd="0" presId="urn:microsoft.com/office/officeart/2005/8/layout/lProcess3"/>
    <dgm:cxn modelId="{4EC3B78B-82A7-42E2-A9E8-6281AF9B1B7C}" type="presParOf" srcId="{8FC97345-DD36-49E9-B416-CD6CDEC69589}" destId="{EA8D364D-61CD-476B-9D4E-E2B7D86EBA2E}" srcOrd="4" destOrd="0" presId="urn:microsoft.com/office/officeart/2005/8/layout/lProcess3"/>
    <dgm:cxn modelId="{B7CBC537-894C-4A39-920B-04E9B887D3ED}" type="presParOf" srcId="{EA8D364D-61CD-476B-9D4E-E2B7D86EBA2E}" destId="{4AFF304D-BFD7-41FF-B18C-24AD4EFA73A2}" srcOrd="0" destOrd="0" presId="urn:microsoft.com/office/officeart/2005/8/layout/lProcess3"/>
    <dgm:cxn modelId="{3FDC7ABB-E604-4759-B2B6-D86E3D2B2CE1}" type="presParOf" srcId="{EA8D364D-61CD-476B-9D4E-E2B7D86EBA2E}" destId="{92C947A5-E646-4AA0-97C4-D8F2DD9A25DD}" srcOrd="1" destOrd="0" presId="urn:microsoft.com/office/officeart/2005/8/layout/lProcess3"/>
    <dgm:cxn modelId="{3C76B1E0-8884-4929-9587-7A0CD28D8367}" type="presParOf" srcId="{EA8D364D-61CD-476B-9D4E-E2B7D86EBA2E}" destId="{EF271A90-362B-4D1A-B5B5-074264EC45AE}" srcOrd="2" destOrd="0" presId="urn:microsoft.com/office/officeart/2005/8/layout/lProcess3"/>
    <dgm:cxn modelId="{FED76367-35CD-47D8-AF83-F78DCF4BE745}" type="presParOf" srcId="{EA8D364D-61CD-476B-9D4E-E2B7D86EBA2E}" destId="{5211B739-27AF-42FF-8D27-99457B6C1FAB}" srcOrd="3" destOrd="0" presId="urn:microsoft.com/office/officeart/2005/8/layout/lProcess3"/>
    <dgm:cxn modelId="{89EB6A4A-A4E4-44A5-80DC-F9CAF9ED5EB5}" type="presParOf" srcId="{EA8D364D-61CD-476B-9D4E-E2B7D86EBA2E}" destId="{EECB0790-577F-483D-B375-70C746C26C2C}" srcOrd="4" destOrd="0" presId="urn:microsoft.com/office/officeart/2005/8/layout/lProcess3"/>
    <dgm:cxn modelId="{9128F13D-2787-4C6F-82C3-FCA209245512}" type="presParOf" srcId="{EA8D364D-61CD-476B-9D4E-E2B7D86EBA2E}" destId="{F909469F-2CA6-4711-8830-A141E96A462A}" srcOrd="5" destOrd="0" presId="urn:microsoft.com/office/officeart/2005/8/layout/lProcess3"/>
    <dgm:cxn modelId="{1B722264-D01A-4286-8932-FB1B1C129502}" type="presParOf" srcId="{EA8D364D-61CD-476B-9D4E-E2B7D86EBA2E}" destId="{CF77FA1A-D0F9-4B3A-832C-C8FE54527808}" srcOrd="6" destOrd="0" presId="urn:microsoft.com/office/officeart/2005/8/layout/lProcess3"/>
    <dgm:cxn modelId="{5C007E61-BB68-4486-81F8-73B3F8A1F71F}" type="presParOf" srcId="{8FC97345-DD36-49E9-B416-CD6CDEC69589}" destId="{0128FBE6-AD52-42DF-9E38-B1F6F995A1DA}" srcOrd="5" destOrd="0" presId="urn:microsoft.com/office/officeart/2005/8/layout/lProcess3"/>
    <dgm:cxn modelId="{2436AEEC-26C0-41A0-9106-1C93055827B8}" type="presParOf" srcId="{8FC97345-DD36-49E9-B416-CD6CDEC69589}" destId="{D162589D-93A3-4020-83BB-B5D9B577BCA2}" srcOrd="6" destOrd="0" presId="urn:microsoft.com/office/officeart/2005/8/layout/lProcess3"/>
    <dgm:cxn modelId="{14865B96-9F6E-47A3-A153-13717FCE00C0}" type="presParOf" srcId="{D162589D-93A3-4020-83BB-B5D9B577BCA2}" destId="{6356A5FB-502C-4FC7-8EC9-74E670DAB07F}" srcOrd="0" destOrd="0" presId="urn:microsoft.com/office/officeart/2005/8/layout/lProcess3"/>
    <dgm:cxn modelId="{44D4BDB7-001D-40A8-BC62-17D3654A2C3F}" type="presParOf" srcId="{D162589D-93A3-4020-83BB-B5D9B577BCA2}" destId="{4493F469-F3EC-4E6A-BAEB-F0DD73591225}" srcOrd="1" destOrd="0" presId="urn:microsoft.com/office/officeart/2005/8/layout/lProcess3"/>
    <dgm:cxn modelId="{B938CDCE-975A-4F3C-9358-E6F40221D70A}" type="presParOf" srcId="{D162589D-93A3-4020-83BB-B5D9B577BCA2}" destId="{1F80FEE7-BAE5-4064-A2FA-B2872852BDE5}" srcOrd="2" destOrd="0" presId="urn:microsoft.com/office/officeart/2005/8/layout/lProcess3"/>
    <dgm:cxn modelId="{ABF1D73D-E7C0-4C29-A51B-04C311FB11A6}" type="presParOf" srcId="{D162589D-93A3-4020-83BB-B5D9B577BCA2}" destId="{28A53639-DD11-481A-9A1C-DA1903EE52E3}" srcOrd="3" destOrd="0" presId="urn:microsoft.com/office/officeart/2005/8/layout/lProcess3"/>
    <dgm:cxn modelId="{55DCD5C6-A074-4E9C-8211-01ABDE9F1448}" type="presParOf" srcId="{D162589D-93A3-4020-83BB-B5D9B577BCA2}" destId="{284906C5-CFD5-48F4-AA5A-A9BDCA6365FD}" srcOrd="4" destOrd="0" presId="urn:microsoft.com/office/officeart/2005/8/layout/lProcess3"/>
  </dgm:cxnLst>
  <dgm:bg>
    <a:solidFill>
      <a:srgbClr val="F0F0F0">
        <a:alpha val="0"/>
      </a:srgb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63629DA-BB1C-41D2-913B-C4AED2047E7F}" type="doc">
      <dgm:prSet loTypeId="urn:microsoft.com/office/officeart/2005/8/layout/lProcess3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4B4960B8-28A5-44AE-BC57-45801513ADFE}">
      <dgm:prSet phldrT="[Texto]"/>
      <dgm:spPr/>
      <dgm:t>
        <a:bodyPr/>
        <a:lstStyle/>
        <a:p>
          <a:r>
            <a:rPr lang="es-MX" b="1" dirty="0"/>
            <a:t>903837 FRACCIÓN EXCRETADA DE SODIO </a:t>
          </a:r>
          <a:endParaRPr lang="es-CO" b="1" dirty="0"/>
        </a:p>
      </dgm:t>
    </dgm:pt>
    <dgm:pt modelId="{320823F0-D3D5-4799-AC5B-34810C3A99AD}" type="parTrans" cxnId="{62306CB4-3FF8-4928-84C2-34954DFAD96B}">
      <dgm:prSet/>
      <dgm:spPr/>
      <dgm:t>
        <a:bodyPr/>
        <a:lstStyle/>
        <a:p>
          <a:endParaRPr lang="es-CO"/>
        </a:p>
      </dgm:t>
    </dgm:pt>
    <dgm:pt modelId="{9BCF1252-5D2E-461E-9E46-AB7C4A47A53D}" type="sibTrans" cxnId="{62306CB4-3FF8-4928-84C2-34954DFAD96B}">
      <dgm:prSet/>
      <dgm:spPr/>
      <dgm:t>
        <a:bodyPr/>
        <a:lstStyle/>
        <a:p>
          <a:endParaRPr lang="es-CO"/>
        </a:p>
      </dgm:t>
    </dgm:pt>
    <dgm:pt modelId="{DF290614-9B4D-4DA6-A85C-B02915096AD8}">
      <dgm:prSet phldrT="[Texto]"/>
      <dgm:spPr/>
      <dgm:t>
        <a:bodyPr/>
        <a:lstStyle/>
        <a:p>
          <a:r>
            <a:rPr lang="es-MX" b="1" dirty="0"/>
            <a:t>903605  IONOGRAMA</a:t>
          </a:r>
          <a:endParaRPr lang="es-CO" b="1" dirty="0"/>
        </a:p>
      </dgm:t>
    </dgm:pt>
    <dgm:pt modelId="{660BD727-76E9-4883-9C10-3ECBCBC583C2}" type="parTrans" cxnId="{3BE7B7E5-2682-40B1-AFBF-2C4724DD0E9C}">
      <dgm:prSet/>
      <dgm:spPr/>
      <dgm:t>
        <a:bodyPr/>
        <a:lstStyle/>
        <a:p>
          <a:endParaRPr lang="es-CO"/>
        </a:p>
      </dgm:t>
    </dgm:pt>
    <dgm:pt modelId="{2A02C0DF-0D24-43A7-8333-4AFE1F19D89E}" type="sibTrans" cxnId="{3BE7B7E5-2682-40B1-AFBF-2C4724DD0E9C}">
      <dgm:prSet/>
      <dgm:spPr/>
      <dgm:t>
        <a:bodyPr/>
        <a:lstStyle/>
        <a:p>
          <a:endParaRPr lang="es-CO"/>
        </a:p>
      </dgm:t>
    </dgm:pt>
    <dgm:pt modelId="{53C46022-4FCE-4C5C-AEAF-2F33BBC71DEF}">
      <dgm:prSet phldrT="[Texto]"/>
      <dgm:spPr/>
      <dgm:t>
        <a:bodyPr/>
        <a:lstStyle/>
        <a:p>
          <a:r>
            <a:rPr lang="es-MX" b="1" dirty="0"/>
            <a:t>906458 TIROIDEOS MICROSOMALES ANTICUERPOS </a:t>
          </a:r>
          <a:endParaRPr lang="es-CO" b="1" dirty="0"/>
        </a:p>
      </dgm:t>
    </dgm:pt>
    <dgm:pt modelId="{A3249014-FB4A-4618-BC75-D6FCDE8049B0}" type="parTrans" cxnId="{DCF49496-AB8E-4455-872A-C920CA5C2B17}">
      <dgm:prSet/>
      <dgm:spPr/>
      <dgm:t>
        <a:bodyPr/>
        <a:lstStyle/>
        <a:p>
          <a:endParaRPr lang="es-CO"/>
        </a:p>
      </dgm:t>
    </dgm:pt>
    <dgm:pt modelId="{A52C1661-BD34-4821-8C4D-C4938ABEA36A}" type="sibTrans" cxnId="{DCF49496-AB8E-4455-872A-C920CA5C2B17}">
      <dgm:prSet/>
      <dgm:spPr/>
      <dgm:t>
        <a:bodyPr/>
        <a:lstStyle/>
        <a:p>
          <a:endParaRPr lang="es-CO"/>
        </a:p>
      </dgm:t>
    </dgm:pt>
    <dgm:pt modelId="{0BEDB5F6-B29C-432A-A824-D326FA1A8FA4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 EN SUERO 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46D25F0F-522D-4586-8F31-7C1EAA24BD13}" type="parTrans" cxnId="{9A9E5CC9-E2FE-4171-8DEA-9E1D6B4B819D}">
      <dgm:prSet/>
      <dgm:spPr/>
      <dgm:t>
        <a:bodyPr/>
        <a:lstStyle/>
        <a:p>
          <a:endParaRPr lang="es-CO"/>
        </a:p>
      </dgm:t>
    </dgm:pt>
    <dgm:pt modelId="{E694F901-1E41-4429-8A77-4179B6B2E27E}" type="sibTrans" cxnId="{9A9E5CC9-E2FE-4171-8DEA-9E1D6B4B819D}">
      <dgm:prSet/>
      <dgm:spPr/>
      <dgm:t>
        <a:bodyPr/>
        <a:lstStyle/>
        <a:p>
          <a:endParaRPr lang="es-CO"/>
        </a:p>
      </dgm:t>
    </dgm:pt>
    <dgm:pt modelId="{38EB168C-1C70-48EC-B088-1385540CAA92}">
      <dgm:prSet phldrT="[Texto]" custT="1"/>
      <dgm:spPr/>
      <dgm:t>
        <a:bodyPr/>
        <a:lstStyle/>
        <a:p>
          <a:r>
            <a:rPr lang="es-MX" sz="14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CLORO</a:t>
          </a:r>
          <a:endParaRPr lang="es-CO" sz="1400" dirty="0">
            <a:solidFill>
              <a:schemeClr val="accent3"/>
            </a:solidFill>
          </a:endParaRPr>
        </a:p>
      </dgm:t>
    </dgm:pt>
    <dgm:pt modelId="{DE794264-54DD-4BC7-A726-19F51E2213E6}" type="parTrans" cxnId="{48B3F745-DDDE-460B-BF38-60BE22E6A293}">
      <dgm:prSet/>
      <dgm:spPr/>
      <dgm:t>
        <a:bodyPr/>
        <a:lstStyle/>
        <a:p>
          <a:endParaRPr lang="es-CO"/>
        </a:p>
      </dgm:t>
    </dgm:pt>
    <dgm:pt modelId="{AD40FFC8-743C-4DCB-88DE-4F4C41E112B9}" type="sibTrans" cxnId="{48B3F745-DDDE-460B-BF38-60BE22E6A293}">
      <dgm:prSet/>
      <dgm:spPr/>
      <dgm:t>
        <a:bodyPr/>
        <a:lstStyle/>
        <a:p>
          <a:endParaRPr lang="es-CO"/>
        </a:p>
      </dgm:t>
    </dgm:pt>
    <dgm:pt modelId="{63B6857A-1A35-4B1E-A3A1-B9822444D77C}">
      <dgm:prSet phldrT="[Texto]" custT="1"/>
      <dgm:spPr/>
      <dgm:t>
        <a:bodyPr/>
        <a:lstStyle/>
        <a:p>
          <a:r>
            <a:rPr lang="es-MX" sz="14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</a:t>
          </a:r>
          <a:endParaRPr lang="es-CO" sz="1400" dirty="0">
            <a:solidFill>
              <a:schemeClr val="accent3"/>
            </a:solidFill>
          </a:endParaRPr>
        </a:p>
      </dgm:t>
    </dgm:pt>
    <dgm:pt modelId="{9D846D7E-6631-4D6D-AA70-99BA7E5A231D}" type="parTrans" cxnId="{A41E30E6-5B4B-4798-8E77-B5D0485F30CF}">
      <dgm:prSet/>
      <dgm:spPr/>
      <dgm:t>
        <a:bodyPr/>
        <a:lstStyle/>
        <a:p>
          <a:endParaRPr lang="es-CO"/>
        </a:p>
      </dgm:t>
    </dgm:pt>
    <dgm:pt modelId="{F982E965-79EC-4D08-B562-49AB9F7699A8}" type="sibTrans" cxnId="{A41E30E6-5B4B-4798-8E77-B5D0485F30CF}">
      <dgm:prSet/>
      <dgm:spPr/>
      <dgm:t>
        <a:bodyPr/>
        <a:lstStyle/>
        <a:p>
          <a:endParaRPr lang="es-CO"/>
        </a:p>
      </dgm:t>
    </dgm:pt>
    <dgm:pt modelId="{6A4287A8-6075-409B-A17E-2BCAFD9E34BE}">
      <dgm:prSet phldrT="[Texto]" custT="1"/>
      <dgm:spPr/>
      <dgm:t>
        <a:bodyPr/>
        <a:lstStyle/>
        <a:p>
          <a:r>
            <a:rPr lang="es-MX" sz="1600" b="1" dirty="0"/>
            <a:t>903026 MICROALBUMINURIA</a:t>
          </a:r>
          <a:endParaRPr lang="es-CO" sz="1600" b="1" dirty="0"/>
        </a:p>
      </dgm:t>
    </dgm:pt>
    <dgm:pt modelId="{3557D358-838B-49C9-A01A-08022E873BA4}" type="parTrans" cxnId="{4BFFE7C2-054F-4BB4-AF77-1C57DDF9000F}">
      <dgm:prSet/>
      <dgm:spPr/>
      <dgm:t>
        <a:bodyPr/>
        <a:lstStyle/>
        <a:p>
          <a:endParaRPr lang="es-CO"/>
        </a:p>
      </dgm:t>
    </dgm:pt>
    <dgm:pt modelId="{0199CCEC-A11B-4373-A454-3BEDFF2F3516}" type="sibTrans" cxnId="{4BFFE7C2-054F-4BB4-AF77-1C57DDF9000F}">
      <dgm:prSet/>
      <dgm:spPr/>
      <dgm:t>
        <a:bodyPr/>
        <a:lstStyle/>
        <a:p>
          <a:endParaRPr lang="es-CO"/>
        </a:p>
      </dgm:t>
    </dgm:pt>
    <dgm:pt modelId="{C42E9002-214A-4DD6-B17F-37AD1A82A3F3}">
      <dgm:prSet phldrT="[Texto]" custT="1"/>
      <dgm:spPr/>
      <dgm:t>
        <a:bodyPr/>
        <a:lstStyle/>
        <a:p>
          <a:r>
            <a:rPr lang="es-CO" sz="1200" kern="1200" dirty="0">
              <a:solidFill>
                <a:schemeClr val="accent5"/>
              </a:solidFill>
            </a:rPr>
            <a:t> </a:t>
          </a:r>
          <a:r>
            <a:rPr lang="es-CO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CALCIO</a:t>
          </a:r>
        </a:p>
      </dgm:t>
    </dgm:pt>
    <dgm:pt modelId="{A51A16C8-6A92-4E3E-A3B7-AC9DCD7C94C5}" type="parTrans" cxnId="{1A838022-0FFE-4361-A011-03DB563E5F19}">
      <dgm:prSet/>
      <dgm:spPr/>
      <dgm:t>
        <a:bodyPr/>
        <a:lstStyle/>
        <a:p>
          <a:endParaRPr lang="es-CO"/>
        </a:p>
      </dgm:t>
    </dgm:pt>
    <dgm:pt modelId="{5C45535F-093A-49B1-87CB-889360CBF6A6}" type="sibTrans" cxnId="{1A838022-0FFE-4361-A011-03DB563E5F19}">
      <dgm:prSet/>
      <dgm:spPr/>
      <dgm:t>
        <a:bodyPr/>
        <a:lstStyle/>
        <a:p>
          <a:endParaRPr lang="es-CO"/>
        </a:p>
      </dgm:t>
    </dgm:pt>
    <dgm:pt modelId="{4E5F9556-0155-40E6-8AFD-734F5BBCB437}">
      <dgm:prSet phldrT="[Texto]" custT="1"/>
      <dgm:spPr/>
      <dgm:t>
        <a:bodyPr/>
        <a:lstStyle/>
        <a:p>
          <a:r>
            <a:rPr lang="es-MX" sz="1400" kern="1200" dirty="0">
              <a:solidFill>
                <a:schemeClr val="accent3"/>
              </a:solidFill>
            </a:rPr>
            <a:t>CREATININA EN ORINA PARCIAL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gm:t>
    </dgm:pt>
    <dgm:pt modelId="{1A22F978-0FCB-4842-BFE5-007EC3C949B1}" type="parTrans" cxnId="{905645FC-2DFA-4587-A586-F78F1B3F8BF1}">
      <dgm:prSet/>
      <dgm:spPr/>
      <dgm:t>
        <a:bodyPr/>
        <a:lstStyle/>
        <a:p>
          <a:endParaRPr lang="es-CO"/>
        </a:p>
      </dgm:t>
    </dgm:pt>
    <dgm:pt modelId="{24E15838-C5A6-43AF-A39D-41E31926F6C3}" type="sibTrans" cxnId="{905645FC-2DFA-4587-A586-F78F1B3F8BF1}">
      <dgm:prSet/>
      <dgm:spPr/>
      <dgm:t>
        <a:bodyPr/>
        <a:lstStyle/>
        <a:p>
          <a:endParaRPr lang="es-CO"/>
        </a:p>
      </dgm:t>
    </dgm:pt>
    <dgm:pt modelId="{48E8F5AD-3976-4365-B66A-FA409B477067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 EN ORINA PARCIAL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AF3273CB-F45F-4186-933A-319289294776}" type="parTrans" cxnId="{DEC467FA-5093-4BB0-A4B1-4AF49C5D1B1F}">
      <dgm:prSet/>
      <dgm:spPr/>
      <dgm:t>
        <a:bodyPr/>
        <a:lstStyle/>
        <a:p>
          <a:endParaRPr lang="es-CO"/>
        </a:p>
      </dgm:t>
    </dgm:pt>
    <dgm:pt modelId="{413F5971-9F83-415D-BE0C-40D4C0BDAE45}" type="sibTrans" cxnId="{DEC467FA-5093-4BB0-A4B1-4AF49C5D1B1F}">
      <dgm:prSet/>
      <dgm:spPr/>
      <dgm:t>
        <a:bodyPr/>
        <a:lstStyle/>
        <a:p>
          <a:endParaRPr lang="es-CO"/>
        </a:p>
      </dgm:t>
    </dgm:pt>
    <dgm:pt modelId="{AE018C93-D99D-491E-A296-04F092481D33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CREATININA EN SUERO</a:t>
          </a:r>
          <a:endParaRPr lang="es-CO" sz="1400" dirty="0">
            <a:solidFill>
              <a:schemeClr val="accent3"/>
            </a:solidFill>
          </a:endParaRPr>
        </a:p>
      </dgm:t>
    </dgm:pt>
    <dgm:pt modelId="{51ED94D6-1790-414C-BE81-988F9609F486}" type="parTrans" cxnId="{2CF0B7ED-99F1-41FF-BBAF-3212A2F74B8B}">
      <dgm:prSet/>
      <dgm:spPr/>
      <dgm:t>
        <a:bodyPr/>
        <a:lstStyle/>
        <a:p>
          <a:endParaRPr lang="es-CO"/>
        </a:p>
      </dgm:t>
    </dgm:pt>
    <dgm:pt modelId="{CF1F083E-3643-4306-A347-F74381E8818D}" type="sibTrans" cxnId="{2CF0B7ED-99F1-41FF-BBAF-3212A2F74B8B}">
      <dgm:prSet/>
      <dgm:spPr/>
      <dgm:t>
        <a:bodyPr/>
        <a:lstStyle/>
        <a:p>
          <a:endParaRPr lang="es-CO"/>
        </a:p>
      </dgm:t>
    </dgm:pt>
    <dgm:pt modelId="{25226183-D9AD-4AD3-A85B-850B20D640E7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CREATININA EN ORINA PARCIAL </a:t>
          </a:r>
          <a:endParaRPr lang="es-CO" sz="1400" dirty="0">
            <a:solidFill>
              <a:schemeClr val="accent3"/>
            </a:solidFill>
          </a:endParaRPr>
        </a:p>
      </dgm:t>
    </dgm:pt>
    <dgm:pt modelId="{A4C7C911-A07C-4E43-B37F-C9637CD28B36}" type="parTrans" cxnId="{E850AB2C-F434-4B5A-A0CA-FE742F0D42EC}">
      <dgm:prSet/>
      <dgm:spPr/>
      <dgm:t>
        <a:bodyPr/>
        <a:lstStyle/>
        <a:p>
          <a:endParaRPr lang="es-CO"/>
        </a:p>
      </dgm:t>
    </dgm:pt>
    <dgm:pt modelId="{D92D2440-7BE8-4ADF-9CB1-7624F9991968}" type="sibTrans" cxnId="{E850AB2C-F434-4B5A-A0CA-FE742F0D42EC}">
      <dgm:prSet/>
      <dgm:spPr/>
      <dgm:t>
        <a:bodyPr/>
        <a:lstStyle/>
        <a:p>
          <a:endParaRPr lang="es-CO"/>
        </a:p>
      </dgm:t>
    </dgm:pt>
    <dgm:pt modelId="{F9740120-BB98-408A-BDD6-C3C588E610F7}">
      <dgm:prSet phldrT="[Texto]" custT="1"/>
      <dgm:spPr/>
      <dgm:t>
        <a:bodyPr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POTASIO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7CBFDAC3-255E-478D-958A-984E7F324AD0}" type="parTrans" cxnId="{38D1B80E-7FB2-43A6-A583-C40F155587E8}">
      <dgm:prSet/>
      <dgm:spPr/>
      <dgm:t>
        <a:bodyPr/>
        <a:lstStyle/>
        <a:p>
          <a:endParaRPr lang="es-CO"/>
        </a:p>
      </dgm:t>
    </dgm:pt>
    <dgm:pt modelId="{B10E9B2F-24EB-4014-9D5F-346CE05B3B8B}" type="sibTrans" cxnId="{38D1B80E-7FB2-43A6-A583-C40F155587E8}">
      <dgm:prSet/>
      <dgm:spPr/>
      <dgm:t>
        <a:bodyPr/>
        <a:lstStyle/>
        <a:p>
          <a:endParaRPr lang="es-CO"/>
        </a:p>
      </dgm:t>
    </dgm:pt>
    <dgm:pt modelId="{95C3E045-ACC3-4085-986D-5BFE56C06148}">
      <dgm:prSet/>
      <dgm:spPr/>
      <dgm:t>
        <a:bodyPr/>
        <a:lstStyle/>
        <a:p>
          <a:r>
            <a:rPr lang="es-MX" dirty="0">
              <a:solidFill>
                <a:schemeClr val="accent1"/>
              </a:solidFill>
            </a:rPr>
            <a:t>TIROIDEOS PEROXIDASA ANTICUERPOS</a:t>
          </a:r>
          <a:endParaRPr lang="es-CO" dirty="0">
            <a:solidFill>
              <a:schemeClr val="accent1"/>
            </a:solidFill>
          </a:endParaRPr>
        </a:p>
      </dgm:t>
    </dgm:pt>
    <dgm:pt modelId="{A7BD9076-4130-49C2-B3A5-40496C141D9D}" type="parTrans" cxnId="{BA1359A0-ABB8-4C50-89F9-D3C7E17E2082}">
      <dgm:prSet/>
      <dgm:spPr/>
      <dgm:t>
        <a:bodyPr/>
        <a:lstStyle/>
        <a:p>
          <a:endParaRPr lang="es-CO"/>
        </a:p>
      </dgm:t>
    </dgm:pt>
    <dgm:pt modelId="{FFEF5615-4036-4096-A583-6B0EFB679338}" type="sibTrans" cxnId="{BA1359A0-ABB8-4C50-89F9-D3C7E17E2082}">
      <dgm:prSet/>
      <dgm:spPr/>
      <dgm:t>
        <a:bodyPr/>
        <a:lstStyle/>
        <a:p>
          <a:endParaRPr lang="es-CO"/>
        </a:p>
      </dgm:t>
    </dgm:pt>
    <dgm:pt modelId="{8FC97345-DD36-49E9-B416-CD6CDEC69589}" type="pres">
      <dgm:prSet presAssocID="{A63629DA-BB1C-41D2-913B-C4AED2047E7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276BB54-1749-40DB-BCE9-8E738E71D519}" type="pres">
      <dgm:prSet presAssocID="{4B4960B8-28A5-44AE-BC57-45801513ADFE}" presName="horFlow" presStyleCnt="0"/>
      <dgm:spPr/>
    </dgm:pt>
    <dgm:pt modelId="{988E9A22-149C-4253-A7A8-4A9A5134443B}" type="pres">
      <dgm:prSet presAssocID="{4B4960B8-28A5-44AE-BC57-45801513ADFE}" presName="bigChev" presStyleLbl="node1" presStyleIdx="0" presStyleCnt="4"/>
      <dgm:spPr/>
    </dgm:pt>
    <dgm:pt modelId="{9A8AD687-B2BE-43B3-8D60-4A011B2F0633}" type="pres">
      <dgm:prSet presAssocID="{46D25F0F-522D-4586-8F31-7C1EAA24BD13}" presName="parTrans" presStyleCnt="0"/>
      <dgm:spPr/>
    </dgm:pt>
    <dgm:pt modelId="{05889462-E21B-4141-A6B9-25238B840916}" type="pres">
      <dgm:prSet presAssocID="{0BEDB5F6-B29C-432A-A824-D326FA1A8FA4}" presName="node" presStyleLbl="alignAccFollowNode1" presStyleIdx="0" presStyleCnt="10">
        <dgm:presLayoutVars>
          <dgm:bulletEnabled val="1"/>
        </dgm:presLayoutVars>
      </dgm:prSet>
      <dgm:spPr/>
    </dgm:pt>
    <dgm:pt modelId="{D2BEB111-D069-4502-8148-D9EF13B40C73}" type="pres">
      <dgm:prSet presAssocID="{E694F901-1E41-4429-8A77-4179B6B2E27E}" presName="sibTrans" presStyleCnt="0"/>
      <dgm:spPr/>
    </dgm:pt>
    <dgm:pt modelId="{2ADC53D0-1F0B-414A-81D1-8747F5DD2D79}" type="pres">
      <dgm:prSet presAssocID="{48E8F5AD-3976-4365-B66A-FA409B477067}" presName="node" presStyleLbl="alignAccFollowNode1" presStyleIdx="1" presStyleCnt="10" custLinFactNeighborX="35305" custLinFactNeighborY="4119">
        <dgm:presLayoutVars>
          <dgm:bulletEnabled val="1"/>
        </dgm:presLayoutVars>
      </dgm:prSet>
      <dgm:spPr/>
    </dgm:pt>
    <dgm:pt modelId="{F3CEA476-AAF2-4278-8B69-2DC9F82F8E6B}" type="pres">
      <dgm:prSet presAssocID="{4B4960B8-28A5-44AE-BC57-45801513ADFE}" presName="vSp" presStyleCnt="0"/>
      <dgm:spPr/>
    </dgm:pt>
    <dgm:pt modelId="{5C3617B0-D50A-49FB-8465-49F113158415}" type="pres">
      <dgm:prSet presAssocID="{DF290614-9B4D-4DA6-A85C-B02915096AD8}" presName="horFlow" presStyleCnt="0"/>
      <dgm:spPr/>
    </dgm:pt>
    <dgm:pt modelId="{D07635C9-BD96-46FE-8AE1-C79C624F539C}" type="pres">
      <dgm:prSet presAssocID="{DF290614-9B4D-4DA6-A85C-B02915096AD8}" presName="bigChev" presStyleLbl="node1" presStyleIdx="1" presStyleCnt="4"/>
      <dgm:spPr/>
    </dgm:pt>
    <dgm:pt modelId="{96C2E736-D1FD-4841-8FC5-C5513CB056D3}" type="pres">
      <dgm:prSet presAssocID="{DE794264-54DD-4BC7-A726-19F51E2213E6}" presName="parTrans" presStyleCnt="0"/>
      <dgm:spPr/>
    </dgm:pt>
    <dgm:pt modelId="{4F077616-8BDC-4A62-9A13-55B95DEC6FB6}" type="pres">
      <dgm:prSet presAssocID="{38EB168C-1C70-48EC-B088-1385540CAA92}" presName="node" presStyleLbl="alignAccFollowNode1" presStyleIdx="2" presStyleCnt="10">
        <dgm:presLayoutVars>
          <dgm:bulletEnabled val="1"/>
        </dgm:presLayoutVars>
      </dgm:prSet>
      <dgm:spPr/>
    </dgm:pt>
    <dgm:pt modelId="{E6B00B8E-A14C-45B0-BA79-9BD4CB568839}" type="pres">
      <dgm:prSet presAssocID="{AD40FFC8-743C-4DCB-88DE-4F4C41E112B9}" presName="sibTrans" presStyleCnt="0"/>
      <dgm:spPr/>
    </dgm:pt>
    <dgm:pt modelId="{D700DD64-B755-4753-84CB-31F9AB23FFF2}" type="pres">
      <dgm:prSet presAssocID="{63B6857A-1A35-4B1E-A3A1-B9822444D77C}" presName="node" presStyleLbl="alignAccFollowNode1" presStyleIdx="3" presStyleCnt="10">
        <dgm:presLayoutVars>
          <dgm:bulletEnabled val="1"/>
        </dgm:presLayoutVars>
      </dgm:prSet>
      <dgm:spPr/>
    </dgm:pt>
    <dgm:pt modelId="{EED6B98F-77C1-4F78-92F6-85B4B628CE83}" type="pres">
      <dgm:prSet presAssocID="{F982E965-79EC-4D08-B562-49AB9F7699A8}" presName="sibTrans" presStyleCnt="0"/>
      <dgm:spPr/>
    </dgm:pt>
    <dgm:pt modelId="{4F717C86-EA1C-48BB-A77F-D54150859335}" type="pres">
      <dgm:prSet presAssocID="{F9740120-BB98-408A-BDD6-C3C588E610F7}" presName="node" presStyleLbl="alignAccFollowNode1" presStyleIdx="4" presStyleCnt="10">
        <dgm:presLayoutVars>
          <dgm:bulletEnabled val="1"/>
        </dgm:presLayoutVars>
      </dgm:prSet>
      <dgm:spPr/>
    </dgm:pt>
    <dgm:pt modelId="{0461F33A-3784-493B-806E-49224529CB93}" type="pres">
      <dgm:prSet presAssocID="{B10E9B2F-24EB-4014-9D5F-346CE05B3B8B}" presName="sibTrans" presStyleCnt="0"/>
      <dgm:spPr/>
    </dgm:pt>
    <dgm:pt modelId="{B5BF3718-FC78-4EF9-8F25-5555A2E4B4A5}" type="pres">
      <dgm:prSet presAssocID="{AE018C93-D99D-491E-A296-04F092481D33}" presName="node" presStyleLbl="alignAccFollowNode1" presStyleIdx="5" presStyleCnt="10" custLinFactX="-68158" custLinFactY="-35894" custLinFactNeighborX="-100000" custLinFactNeighborY="-100000">
        <dgm:presLayoutVars>
          <dgm:bulletEnabled val="1"/>
        </dgm:presLayoutVars>
      </dgm:prSet>
      <dgm:spPr/>
    </dgm:pt>
    <dgm:pt modelId="{4A31BFBE-CF86-4CDC-88C1-7FD8331D70B2}" type="pres">
      <dgm:prSet presAssocID="{CF1F083E-3643-4306-A347-F74381E8818D}" presName="sibTrans" presStyleCnt="0"/>
      <dgm:spPr/>
    </dgm:pt>
    <dgm:pt modelId="{A1BCDD02-6393-432D-90A5-78E00779383E}" type="pres">
      <dgm:prSet presAssocID="{25226183-D9AD-4AD3-A85B-850B20D640E7}" presName="node" presStyleLbl="alignAccFollowNode1" presStyleIdx="6" presStyleCnt="10" custLinFactX="-65848" custLinFactY="-34048" custLinFactNeighborX="-100000" custLinFactNeighborY="-100000">
        <dgm:presLayoutVars>
          <dgm:bulletEnabled val="1"/>
        </dgm:presLayoutVars>
      </dgm:prSet>
      <dgm:spPr/>
    </dgm:pt>
    <dgm:pt modelId="{3BA67C84-B201-483B-B381-69374485B5E6}" type="pres">
      <dgm:prSet presAssocID="{DF290614-9B4D-4DA6-A85C-B02915096AD8}" presName="vSp" presStyleCnt="0"/>
      <dgm:spPr/>
    </dgm:pt>
    <dgm:pt modelId="{EA8D364D-61CD-476B-9D4E-E2B7D86EBA2E}" type="pres">
      <dgm:prSet presAssocID="{53C46022-4FCE-4C5C-AEAF-2F33BBC71DEF}" presName="horFlow" presStyleCnt="0"/>
      <dgm:spPr/>
    </dgm:pt>
    <dgm:pt modelId="{4AFF304D-BFD7-41FF-B18C-24AD4EFA73A2}" type="pres">
      <dgm:prSet presAssocID="{53C46022-4FCE-4C5C-AEAF-2F33BBC71DEF}" presName="bigChev" presStyleLbl="node1" presStyleIdx="2" presStyleCnt="4"/>
      <dgm:spPr/>
    </dgm:pt>
    <dgm:pt modelId="{D25B44FD-CF6D-4920-8565-CC8BF7BB8A50}" type="pres">
      <dgm:prSet presAssocID="{A7BD9076-4130-49C2-B3A5-40496C141D9D}" presName="parTrans" presStyleCnt="0"/>
      <dgm:spPr/>
    </dgm:pt>
    <dgm:pt modelId="{BBCE5A96-30B4-48D7-94C0-61E778732139}" type="pres">
      <dgm:prSet presAssocID="{95C3E045-ACC3-4085-986D-5BFE56C06148}" presName="node" presStyleLbl="alignAccFollowNode1" presStyleIdx="7" presStyleCnt="10">
        <dgm:presLayoutVars>
          <dgm:bulletEnabled val="1"/>
        </dgm:presLayoutVars>
      </dgm:prSet>
      <dgm:spPr/>
    </dgm:pt>
    <dgm:pt modelId="{0128FBE6-AD52-42DF-9E38-B1F6F995A1DA}" type="pres">
      <dgm:prSet presAssocID="{53C46022-4FCE-4C5C-AEAF-2F33BBC71DEF}" presName="vSp" presStyleCnt="0"/>
      <dgm:spPr/>
    </dgm:pt>
    <dgm:pt modelId="{D162589D-93A3-4020-83BB-B5D9B577BCA2}" type="pres">
      <dgm:prSet presAssocID="{6A4287A8-6075-409B-A17E-2BCAFD9E34BE}" presName="horFlow" presStyleCnt="0"/>
      <dgm:spPr/>
    </dgm:pt>
    <dgm:pt modelId="{6356A5FB-502C-4FC7-8EC9-74E670DAB07F}" type="pres">
      <dgm:prSet presAssocID="{6A4287A8-6075-409B-A17E-2BCAFD9E34BE}" presName="bigChev" presStyleLbl="node1" presStyleIdx="3" presStyleCnt="4"/>
      <dgm:spPr/>
    </dgm:pt>
    <dgm:pt modelId="{4493F469-F3EC-4E6A-BAEB-F0DD73591225}" type="pres">
      <dgm:prSet presAssocID="{A51A16C8-6A92-4E3E-A3B7-AC9DCD7C94C5}" presName="parTrans" presStyleCnt="0"/>
      <dgm:spPr/>
    </dgm:pt>
    <dgm:pt modelId="{1F80FEE7-BAE5-4064-A2FA-B2872852BDE5}" type="pres">
      <dgm:prSet presAssocID="{C42E9002-214A-4DD6-B17F-37AD1A82A3F3}" presName="node" presStyleLbl="alignAccFollowNode1" presStyleIdx="8" presStyleCnt="10" custLinFactX="215843" custLinFactY="-100000" custLinFactNeighborX="300000" custLinFactNeighborY="-177959">
        <dgm:presLayoutVars>
          <dgm:bulletEnabled val="1"/>
        </dgm:presLayoutVars>
      </dgm:prSet>
      <dgm:spPr/>
    </dgm:pt>
    <dgm:pt modelId="{28A53639-DD11-481A-9A1C-DA1903EE52E3}" type="pres">
      <dgm:prSet presAssocID="{5C45535F-093A-49B1-87CB-889360CBF6A6}" presName="sibTrans" presStyleCnt="0"/>
      <dgm:spPr/>
    </dgm:pt>
    <dgm:pt modelId="{284906C5-CFD5-48F4-AA5A-A9BDCA6365FD}" type="pres">
      <dgm:prSet presAssocID="{4E5F9556-0155-40E6-8AFD-734F5BBCB437}" presName="node" presStyleLbl="alignAccFollowNode1" presStyleIdx="9" presStyleCnt="10" custLinFactX="-70026" custLinFactNeighborX="-100000">
        <dgm:presLayoutVars>
          <dgm:bulletEnabled val="1"/>
        </dgm:presLayoutVars>
      </dgm:prSet>
      <dgm:spPr/>
    </dgm:pt>
  </dgm:ptLst>
  <dgm:cxnLst>
    <dgm:cxn modelId="{38D1B80E-7FB2-43A6-A583-C40F155587E8}" srcId="{DF290614-9B4D-4DA6-A85C-B02915096AD8}" destId="{F9740120-BB98-408A-BDD6-C3C588E610F7}" srcOrd="2" destOrd="0" parTransId="{7CBFDAC3-255E-478D-958A-984E7F324AD0}" sibTransId="{B10E9B2F-24EB-4014-9D5F-346CE05B3B8B}"/>
    <dgm:cxn modelId="{1A838022-0FFE-4361-A011-03DB563E5F19}" srcId="{6A4287A8-6075-409B-A17E-2BCAFD9E34BE}" destId="{C42E9002-214A-4DD6-B17F-37AD1A82A3F3}" srcOrd="0" destOrd="0" parTransId="{A51A16C8-6A92-4E3E-A3B7-AC9DCD7C94C5}" sibTransId="{5C45535F-093A-49B1-87CB-889360CBF6A6}"/>
    <dgm:cxn modelId="{75F1DF29-D1B6-4AE4-AC79-9D2795A3B945}" type="presOf" srcId="{38EB168C-1C70-48EC-B088-1385540CAA92}" destId="{4F077616-8BDC-4A62-9A13-55B95DEC6FB6}" srcOrd="0" destOrd="0" presId="urn:microsoft.com/office/officeart/2005/8/layout/lProcess3"/>
    <dgm:cxn modelId="{E850AB2C-F434-4B5A-A0CA-FE742F0D42EC}" srcId="{DF290614-9B4D-4DA6-A85C-B02915096AD8}" destId="{25226183-D9AD-4AD3-A85B-850B20D640E7}" srcOrd="4" destOrd="0" parTransId="{A4C7C911-A07C-4E43-B37F-C9637CD28B36}" sibTransId="{D92D2440-7BE8-4ADF-9CB1-7624F9991968}"/>
    <dgm:cxn modelId="{2A7DC131-11D0-4FBE-9774-910F025FE0E4}" type="presOf" srcId="{0BEDB5F6-B29C-432A-A824-D326FA1A8FA4}" destId="{05889462-E21B-4141-A6B9-25238B840916}" srcOrd="0" destOrd="0" presId="urn:microsoft.com/office/officeart/2005/8/layout/lProcess3"/>
    <dgm:cxn modelId="{97B9BD3A-6686-4EC6-ACEF-8222D3A3694A}" type="presOf" srcId="{C42E9002-214A-4DD6-B17F-37AD1A82A3F3}" destId="{1F80FEE7-BAE5-4064-A2FA-B2872852BDE5}" srcOrd="0" destOrd="0" presId="urn:microsoft.com/office/officeart/2005/8/layout/lProcess3"/>
    <dgm:cxn modelId="{7929A362-44E3-4C00-B5C0-EEE0CBE1DD4A}" type="presOf" srcId="{63B6857A-1A35-4B1E-A3A1-B9822444D77C}" destId="{D700DD64-B755-4753-84CB-31F9AB23FFF2}" srcOrd="0" destOrd="0" presId="urn:microsoft.com/office/officeart/2005/8/layout/lProcess3"/>
    <dgm:cxn modelId="{48B3F745-DDDE-460B-BF38-60BE22E6A293}" srcId="{DF290614-9B4D-4DA6-A85C-B02915096AD8}" destId="{38EB168C-1C70-48EC-B088-1385540CAA92}" srcOrd="0" destOrd="0" parTransId="{DE794264-54DD-4BC7-A726-19F51E2213E6}" sibTransId="{AD40FFC8-743C-4DCB-88DE-4F4C41E112B9}"/>
    <dgm:cxn modelId="{7A824957-1F78-41D0-9A9A-0FF55849957B}" type="presOf" srcId="{A63629DA-BB1C-41D2-913B-C4AED2047E7F}" destId="{8FC97345-DD36-49E9-B416-CD6CDEC69589}" srcOrd="0" destOrd="0" presId="urn:microsoft.com/office/officeart/2005/8/layout/lProcess3"/>
    <dgm:cxn modelId="{DCF49496-AB8E-4455-872A-C920CA5C2B17}" srcId="{A63629DA-BB1C-41D2-913B-C4AED2047E7F}" destId="{53C46022-4FCE-4C5C-AEAF-2F33BBC71DEF}" srcOrd="2" destOrd="0" parTransId="{A3249014-FB4A-4618-BC75-D6FCDE8049B0}" sibTransId="{A52C1661-BD34-4821-8C4D-C4938ABEA36A}"/>
    <dgm:cxn modelId="{78BCF89A-E6A7-4C37-815B-D0E5CA7A31F0}" type="presOf" srcId="{48E8F5AD-3976-4365-B66A-FA409B477067}" destId="{2ADC53D0-1F0B-414A-81D1-8747F5DD2D79}" srcOrd="0" destOrd="0" presId="urn:microsoft.com/office/officeart/2005/8/layout/lProcess3"/>
    <dgm:cxn modelId="{8C4C629B-E3B1-4E3D-8C69-6B3825D20DAE}" type="presOf" srcId="{4B4960B8-28A5-44AE-BC57-45801513ADFE}" destId="{988E9A22-149C-4253-A7A8-4A9A5134443B}" srcOrd="0" destOrd="0" presId="urn:microsoft.com/office/officeart/2005/8/layout/lProcess3"/>
    <dgm:cxn modelId="{BA1359A0-ABB8-4C50-89F9-D3C7E17E2082}" srcId="{53C46022-4FCE-4C5C-AEAF-2F33BBC71DEF}" destId="{95C3E045-ACC3-4085-986D-5BFE56C06148}" srcOrd="0" destOrd="0" parTransId="{A7BD9076-4130-49C2-B3A5-40496C141D9D}" sibTransId="{FFEF5615-4036-4096-A583-6B0EFB679338}"/>
    <dgm:cxn modelId="{315D58A5-5C9F-4AAE-94F3-B4A74763EF58}" type="presOf" srcId="{DF290614-9B4D-4DA6-A85C-B02915096AD8}" destId="{D07635C9-BD96-46FE-8AE1-C79C624F539C}" srcOrd="0" destOrd="0" presId="urn:microsoft.com/office/officeart/2005/8/layout/lProcess3"/>
    <dgm:cxn modelId="{54763CAD-8280-4179-A159-AAB3E0907DD8}" type="presOf" srcId="{4E5F9556-0155-40E6-8AFD-734F5BBCB437}" destId="{284906C5-CFD5-48F4-AA5A-A9BDCA6365FD}" srcOrd="0" destOrd="0" presId="urn:microsoft.com/office/officeart/2005/8/layout/lProcess3"/>
    <dgm:cxn modelId="{E4DE18B3-7DCB-4587-9B87-D99132AA9CCC}" type="presOf" srcId="{6A4287A8-6075-409B-A17E-2BCAFD9E34BE}" destId="{6356A5FB-502C-4FC7-8EC9-74E670DAB07F}" srcOrd="0" destOrd="0" presId="urn:microsoft.com/office/officeart/2005/8/layout/lProcess3"/>
    <dgm:cxn modelId="{62306CB4-3FF8-4928-84C2-34954DFAD96B}" srcId="{A63629DA-BB1C-41D2-913B-C4AED2047E7F}" destId="{4B4960B8-28A5-44AE-BC57-45801513ADFE}" srcOrd="0" destOrd="0" parTransId="{320823F0-D3D5-4799-AC5B-34810C3A99AD}" sibTransId="{9BCF1252-5D2E-461E-9E46-AB7C4A47A53D}"/>
    <dgm:cxn modelId="{8FE5E4B9-52CA-43A1-9C0B-1B4D17081702}" type="presOf" srcId="{AE018C93-D99D-491E-A296-04F092481D33}" destId="{B5BF3718-FC78-4EF9-8F25-5555A2E4B4A5}" srcOrd="0" destOrd="0" presId="urn:microsoft.com/office/officeart/2005/8/layout/lProcess3"/>
    <dgm:cxn modelId="{4BFFE7C2-054F-4BB4-AF77-1C57DDF9000F}" srcId="{A63629DA-BB1C-41D2-913B-C4AED2047E7F}" destId="{6A4287A8-6075-409B-A17E-2BCAFD9E34BE}" srcOrd="3" destOrd="0" parTransId="{3557D358-838B-49C9-A01A-08022E873BA4}" sibTransId="{0199CCEC-A11B-4373-A454-3BEDFF2F3516}"/>
    <dgm:cxn modelId="{5C930DC6-6D62-46F2-A71D-E4AC353EE8BB}" type="presOf" srcId="{53C46022-4FCE-4C5C-AEAF-2F33BBC71DEF}" destId="{4AFF304D-BFD7-41FF-B18C-24AD4EFA73A2}" srcOrd="0" destOrd="0" presId="urn:microsoft.com/office/officeart/2005/8/layout/lProcess3"/>
    <dgm:cxn modelId="{9A9E5CC9-E2FE-4171-8DEA-9E1D6B4B819D}" srcId="{4B4960B8-28A5-44AE-BC57-45801513ADFE}" destId="{0BEDB5F6-B29C-432A-A824-D326FA1A8FA4}" srcOrd="0" destOrd="0" parTransId="{46D25F0F-522D-4586-8F31-7C1EAA24BD13}" sibTransId="{E694F901-1E41-4429-8A77-4179B6B2E27E}"/>
    <dgm:cxn modelId="{1DFF6DE0-0FFE-4A0B-9294-CF8867C05302}" type="presOf" srcId="{95C3E045-ACC3-4085-986D-5BFE56C06148}" destId="{BBCE5A96-30B4-48D7-94C0-61E778732139}" srcOrd="0" destOrd="0" presId="urn:microsoft.com/office/officeart/2005/8/layout/lProcess3"/>
    <dgm:cxn modelId="{3BE7B7E5-2682-40B1-AFBF-2C4724DD0E9C}" srcId="{A63629DA-BB1C-41D2-913B-C4AED2047E7F}" destId="{DF290614-9B4D-4DA6-A85C-B02915096AD8}" srcOrd="1" destOrd="0" parTransId="{660BD727-76E9-4883-9C10-3ECBCBC583C2}" sibTransId="{2A02C0DF-0D24-43A7-8333-4AFE1F19D89E}"/>
    <dgm:cxn modelId="{A41E30E6-5B4B-4798-8E77-B5D0485F30CF}" srcId="{DF290614-9B4D-4DA6-A85C-B02915096AD8}" destId="{63B6857A-1A35-4B1E-A3A1-B9822444D77C}" srcOrd="1" destOrd="0" parTransId="{9D846D7E-6631-4D6D-AA70-99BA7E5A231D}" sibTransId="{F982E965-79EC-4D08-B562-49AB9F7699A8}"/>
    <dgm:cxn modelId="{19CEB5E6-01EA-4C52-9534-8664595C152E}" type="presOf" srcId="{F9740120-BB98-408A-BDD6-C3C588E610F7}" destId="{4F717C86-EA1C-48BB-A77F-D54150859335}" srcOrd="0" destOrd="0" presId="urn:microsoft.com/office/officeart/2005/8/layout/lProcess3"/>
    <dgm:cxn modelId="{2CF0B7ED-99F1-41FF-BBAF-3212A2F74B8B}" srcId="{DF290614-9B4D-4DA6-A85C-B02915096AD8}" destId="{AE018C93-D99D-491E-A296-04F092481D33}" srcOrd="3" destOrd="0" parTransId="{51ED94D6-1790-414C-BE81-988F9609F486}" sibTransId="{CF1F083E-3643-4306-A347-F74381E8818D}"/>
    <dgm:cxn modelId="{DEC467FA-5093-4BB0-A4B1-4AF49C5D1B1F}" srcId="{4B4960B8-28A5-44AE-BC57-45801513ADFE}" destId="{48E8F5AD-3976-4365-B66A-FA409B477067}" srcOrd="1" destOrd="0" parTransId="{AF3273CB-F45F-4186-933A-319289294776}" sibTransId="{413F5971-9F83-415D-BE0C-40D4C0BDAE45}"/>
    <dgm:cxn modelId="{905645FC-2DFA-4587-A586-F78F1B3F8BF1}" srcId="{6A4287A8-6075-409B-A17E-2BCAFD9E34BE}" destId="{4E5F9556-0155-40E6-8AFD-734F5BBCB437}" srcOrd="1" destOrd="0" parTransId="{1A22F978-0FCB-4842-BFE5-007EC3C949B1}" sibTransId="{24E15838-C5A6-43AF-A39D-41E31926F6C3}"/>
    <dgm:cxn modelId="{A6EB1FFD-5AFA-4FF3-B645-3B6F51B2DE3E}" type="presOf" srcId="{25226183-D9AD-4AD3-A85B-850B20D640E7}" destId="{A1BCDD02-6393-432D-90A5-78E00779383E}" srcOrd="0" destOrd="0" presId="urn:microsoft.com/office/officeart/2005/8/layout/lProcess3"/>
    <dgm:cxn modelId="{3A9FF467-46FE-4CB1-981F-326E526C5290}" type="presParOf" srcId="{8FC97345-DD36-49E9-B416-CD6CDEC69589}" destId="{2276BB54-1749-40DB-BCE9-8E738E71D519}" srcOrd="0" destOrd="0" presId="urn:microsoft.com/office/officeart/2005/8/layout/lProcess3"/>
    <dgm:cxn modelId="{27825ACC-C886-4C96-94EE-3E34A304899F}" type="presParOf" srcId="{2276BB54-1749-40DB-BCE9-8E738E71D519}" destId="{988E9A22-149C-4253-A7A8-4A9A5134443B}" srcOrd="0" destOrd="0" presId="urn:microsoft.com/office/officeart/2005/8/layout/lProcess3"/>
    <dgm:cxn modelId="{3862C55B-1773-44FC-A99B-4EC02962D93E}" type="presParOf" srcId="{2276BB54-1749-40DB-BCE9-8E738E71D519}" destId="{9A8AD687-B2BE-43B3-8D60-4A011B2F0633}" srcOrd="1" destOrd="0" presId="urn:microsoft.com/office/officeart/2005/8/layout/lProcess3"/>
    <dgm:cxn modelId="{014E77CD-C39A-426A-B62E-4870D95350F5}" type="presParOf" srcId="{2276BB54-1749-40DB-BCE9-8E738E71D519}" destId="{05889462-E21B-4141-A6B9-25238B840916}" srcOrd="2" destOrd="0" presId="urn:microsoft.com/office/officeart/2005/8/layout/lProcess3"/>
    <dgm:cxn modelId="{7D457C0C-FED5-4554-BACB-D961361C83EF}" type="presParOf" srcId="{2276BB54-1749-40DB-BCE9-8E738E71D519}" destId="{D2BEB111-D069-4502-8148-D9EF13B40C73}" srcOrd="3" destOrd="0" presId="urn:microsoft.com/office/officeart/2005/8/layout/lProcess3"/>
    <dgm:cxn modelId="{4D6B8F4C-E380-4AF2-9971-20B2C76835EF}" type="presParOf" srcId="{2276BB54-1749-40DB-BCE9-8E738E71D519}" destId="{2ADC53D0-1F0B-414A-81D1-8747F5DD2D79}" srcOrd="4" destOrd="0" presId="urn:microsoft.com/office/officeart/2005/8/layout/lProcess3"/>
    <dgm:cxn modelId="{44A4FCAC-3AD6-40AF-92C3-A2A3D0CE3D2A}" type="presParOf" srcId="{8FC97345-DD36-49E9-B416-CD6CDEC69589}" destId="{F3CEA476-AAF2-4278-8B69-2DC9F82F8E6B}" srcOrd="1" destOrd="0" presId="urn:microsoft.com/office/officeart/2005/8/layout/lProcess3"/>
    <dgm:cxn modelId="{71921B45-ED0F-436F-9F56-7D4F8745805D}" type="presParOf" srcId="{8FC97345-DD36-49E9-B416-CD6CDEC69589}" destId="{5C3617B0-D50A-49FB-8465-49F113158415}" srcOrd="2" destOrd="0" presId="urn:microsoft.com/office/officeart/2005/8/layout/lProcess3"/>
    <dgm:cxn modelId="{43E20092-9F78-4E57-9CC5-DEE03680186E}" type="presParOf" srcId="{5C3617B0-D50A-49FB-8465-49F113158415}" destId="{D07635C9-BD96-46FE-8AE1-C79C624F539C}" srcOrd="0" destOrd="0" presId="urn:microsoft.com/office/officeart/2005/8/layout/lProcess3"/>
    <dgm:cxn modelId="{DEA571A8-F159-43F6-A0BC-B265E8CFAFCD}" type="presParOf" srcId="{5C3617B0-D50A-49FB-8465-49F113158415}" destId="{96C2E736-D1FD-4841-8FC5-C5513CB056D3}" srcOrd="1" destOrd="0" presId="urn:microsoft.com/office/officeart/2005/8/layout/lProcess3"/>
    <dgm:cxn modelId="{144C4BAD-692B-4F3A-8998-CD93619CC79B}" type="presParOf" srcId="{5C3617B0-D50A-49FB-8465-49F113158415}" destId="{4F077616-8BDC-4A62-9A13-55B95DEC6FB6}" srcOrd="2" destOrd="0" presId="urn:microsoft.com/office/officeart/2005/8/layout/lProcess3"/>
    <dgm:cxn modelId="{5CDC9E14-5A9E-4F50-9201-4D8204502AB1}" type="presParOf" srcId="{5C3617B0-D50A-49FB-8465-49F113158415}" destId="{E6B00B8E-A14C-45B0-BA79-9BD4CB568839}" srcOrd="3" destOrd="0" presId="urn:microsoft.com/office/officeart/2005/8/layout/lProcess3"/>
    <dgm:cxn modelId="{A6BC895F-EB81-47C7-97C2-D06D593AA575}" type="presParOf" srcId="{5C3617B0-D50A-49FB-8465-49F113158415}" destId="{D700DD64-B755-4753-84CB-31F9AB23FFF2}" srcOrd="4" destOrd="0" presId="urn:microsoft.com/office/officeart/2005/8/layout/lProcess3"/>
    <dgm:cxn modelId="{465DB665-2495-45B4-A9A4-E832F9DA28C0}" type="presParOf" srcId="{5C3617B0-D50A-49FB-8465-49F113158415}" destId="{EED6B98F-77C1-4F78-92F6-85B4B628CE83}" srcOrd="5" destOrd="0" presId="urn:microsoft.com/office/officeart/2005/8/layout/lProcess3"/>
    <dgm:cxn modelId="{0B2CF40D-0F90-4791-9546-CB2670F00D4D}" type="presParOf" srcId="{5C3617B0-D50A-49FB-8465-49F113158415}" destId="{4F717C86-EA1C-48BB-A77F-D54150859335}" srcOrd="6" destOrd="0" presId="urn:microsoft.com/office/officeart/2005/8/layout/lProcess3"/>
    <dgm:cxn modelId="{7BA18121-3922-4049-9587-FEA602AC15C1}" type="presParOf" srcId="{5C3617B0-D50A-49FB-8465-49F113158415}" destId="{0461F33A-3784-493B-806E-49224529CB93}" srcOrd="7" destOrd="0" presId="urn:microsoft.com/office/officeart/2005/8/layout/lProcess3"/>
    <dgm:cxn modelId="{4EB5E66C-7E5C-4904-A84F-92482829F083}" type="presParOf" srcId="{5C3617B0-D50A-49FB-8465-49F113158415}" destId="{B5BF3718-FC78-4EF9-8F25-5555A2E4B4A5}" srcOrd="8" destOrd="0" presId="urn:microsoft.com/office/officeart/2005/8/layout/lProcess3"/>
    <dgm:cxn modelId="{5A150077-F7EE-42F7-8C21-B9D82506C436}" type="presParOf" srcId="{5C3617B0-D50A-49FB-8465-49F113158415}" destId="{4A31BFBE-CF86-4CDC-88C1-7FD8331D70B2}" srcOrd="9" destOrd="0" presId="urn:microsoft.com/office/officeart/2005/8/layout/lProcess3"/>
    <dgm:cxn modelId="{FBB52883-59E4-403B-A9A2-2B2AC0F432FD}" type="presParOf" srcId="{5C3617B0-D50A-49FB-8465-49F113158415}" destId="{A1BCDD02-6393-432D-90A5-78E00779383E}" srcOrd="10" destOrd="0" presId="urn:microsoft.com/office/officeart/2005/8/layout/lProcess3"/>
    <dgm:cxn modelId="{034E8972-10E1-4E20-AC80-25F3FE5B8233}" type="presParOf" srcId="{8FC97345-DD36-49E9-B416-CD6CDEC69589}" destId="{3BA67C84-B201-483B-B381-69374485B5E6}" srcOrd="3" destOrd="0" presId="urn:microsoft.com/office/officeart/2005/8/layout/lProcess3"/>
    <dgm:cxn modelId="{4EC3B78B-82A7-42E2-A9E8-6281AF9B1B7C}" type="presParOf" srcId="{8FC97345-DD36-49E9-B416-CD6CDEC69589}" destId="{EA8D364D-61CD-476B-9D4E-E2B7D86EBA2E}" srcOrd="4" destOrd="0" presId="urn:microsoft.com/office/officeart/2005/8/layout/lProcess3"/>
    <dgm:cxn modelId="{B7CBC537-894C-4A39-920B-04E9B887D3ED}" type="presParOf" srcId="{EA8D364D-61CD-476B-9D4E-E2B7D86EBA2E}" destId="{4AFF304D-BFD7-41FF-B18C-24AD4EFA73A2}" srcOrd="0" destOrd="0" presId="urn:microsoft.com/office/officeart/2005/8/layout/lProcess3"/>
    <dgm:cxn modelId="{533C5AA4-6C74-48BD-9BAC-4AE189C06556}" type="presParOf" srcId="{EA8D364D-61CD-476B-9D4E-E2B7D86EBA2E}" destId="{D25B44FD-CF6D-4920-8565-CC8BF7BB8A50}" srcOrd="1" destOrd="0" presId="urn:microsoft.com/office/officeart/2005/8/layout/lProcess3"/>
    <dgm:cxn modelId="{4205CE91-C7B2-4ACE-A69A-80F37601250B}" type="presParOf" srcId="{EA8D364D-61CD-476B-9D4E-E2B7D86EBA2E}" destId="{BBCE5A96-30B4-48D7-94C0-61E778732139}" srcOrd="2" destOrd="0" presId="urn:microsoft.com/office/officeart/2005/8/layout/lProcess3"/>
    <dgm:cxn modelId="{5C007E61-BB68-4486-81F8-73B3F8A1F71F}" type="presParOf" srcId="{8FC97345-DD36-49E9-B416-CD6CDEC69589}" destId="{0128FBE6-AD52-42DF-9E38-B1F6F995A1DA}" srcOrd="5" destOrd="0" presId="urn:microsoft.com/office/officeart/2005/8/layout/lProcess3"/>
    <dgm:cxn modelId="{2436AEEC-26C0-41A0-9106-1C93055827B8}" type="presParOf" srcId="{8FC97345-DD36-49E9-B416-CD6CDEC69589}" destId="{D162589D-93A3-4020-83BB-B5D9B577BCA2}" srcOrd="6" destOrd="0" presId="urn:microsoft.com/office/officeart/2005/8/layout/lProcess3"/>
    <dgm:cxn modelId="{14865B96-9F6E-47A3-A153-13717FCE00C0}" type="presParOf" srcId="{D162589D-93A3-4020-83BB-B5D9B577BCA2}" destId="{6356A5FB-502C-4FC7-8EC9-74E670DAB07F}" srcOrd="0" destOrd="0" presId="urn:microsoft.com/office/officeart/2005/8/layout/lProcess3"/>
    <dgm:cxn modelId="{44D4BDB7-001D-40A8-BC62-17D3654A2C3F}" type="presParOf" srcId="{D162589D-93A3-4020-83BB-B5D9B577BCA2}" destId="{4493F469-F3EC-4E6A-BAEB-F0DD73591225}" srcOrd="1" destOrd="0" presId="urn:microsoft.com/office/officeart/2005/8/layout/lProcess3"/>
    <dgm:cxn modelId="{B938CDCE-975A-4F3C-9358-E6F40221D70A}" type="presParOf" srcId="{D162589D-93A3-4020-83BB-B5D9B577BCA2}" destId="{1F80FEE7-BAE5-4064-A2FA-B2872852BDE5}" srcOrd="2" destOrd="0" presId="urn:microsoft.com/office/officeart/2005/8/layout/lProcess3"/>
    <dgm:cxn modelId="{ABF1D73D-E7C0-4C29-A51B-04C311FB11A6}" type="presParOf" srcId="{D162589D-93A3-4020-83BB-B5D9B577BCA2}" destId="{28A53639-DD11-481A-9A1C-DA1903EE52E3}" srcOrd="3" destOrd="0" presId="urn:microsoft.com/office/officeart/2005/8/layout/lProcess3"/>
    <dgm:cxn modelId="{55DCD5C6-A074-4E9C-8211-01ABDE9F1448}" type="presParOf" srcId="{D162589D-93A3-4020-83BB-B5D9B577BCA2}" destId="{284906C5-CFD5-48F4-AA5A-A9BDCA6365FD}" srcOrd="4" destOrd="0" presId="urn:microsoft.com/office/officeart/2005/8/layout/lProcess3"/>
  </dgm:cxnLst>
  <dgm:bg>
    <a:solidFill>
      <a:srgbClr val="F0F0F0">
        <a:alpha val="0"/>
      </a:srgb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63629DA-BB1C-41D2-913B-C4AED2047E7F}" type="doc">
      <dgm:prSet loTypeId="urn:microsoft.com/office/officeart/2005/8/layout/lProcess3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4B4960B8-28A5-44AE-BC57-45801513ADFE}">
      <dgm:prSet phldrT="[Texto]"/>
      <dgm:spPr/>
      <dgm:t>
        <a:bodyPr/>
        <a:lstStyle/>
        <a:p>
          <a:r>
            <a:rPr lang="es-MX" b="1" dirty="0"/>
            <a:t>903812 CAPACIDAD COMBINACIÓN HIERRO</a:t>
          </a:r>
          <a:endParaRPr lang="es-CO" b="1" dirty="0"/>
        </a:p>
      </dgm:t>
    </dgm:pt>
    <dgm:pt modelId="{320823F0-D3D5-4799-AC5B-34810C3A99AD}" type="parTrans" cxnId="{62306CB4-3FF8-4928-84C2-34954DFAD96B}">
      <dgm:prSet/>
      <dgm:spPr/>
      <dgm:t>
        <a:bodyPr/>
        <a:lstStyle/>
        <a:p>
          <a:endParaRPr lang="es-CO"/>
        </a:p>
      </dgm:t>
    </dgm:pt>
    <dgm:pt modelId="{9BCF1252-5D2E-461E-9E46-AB7C4A47A53D}" type="sibTrans" cxnId="{62306CB4-3FF8-4928-84C2-34954DFAD96B}">
      <dgm:prSet/>
      <dgm:spPr/>
      <dgm:t>
        <a:bodyPr/>
        <a:lstStyle/>
        <a:p>
          <a:endParaRPr lang="es-CO"/>
        </a:p>
      </dgm:t>
    </dgm:pt>
    <dgm:pt modelId="{DF290614-9B4D-4DA6-A85C-B02915096AD8}">
      <dgm:prSet phldrT="[Texto]"/>
      <dgm:spPr/>
      <dgm:t>
        <a:bodyPr/>
        <a:lstStyle/>
        <a:p>
          <a:r>
            <a:rPr lang="es-MX" b="1" dirty="0"/>
            <a:t>903044</a:t>
          </a:r>
        </a:p>
        <a:p>
          <a:r>
            <a:rPr lang="es-CO" b="1" dirty="0"/>
            <a:t>SATURACIÓN DE TRANSFERRINA	 </a:t>
          </a:r>
        </a:p>
      </dgm:t>
    </dgm:pt>
    <dgm:pt modelId="{660BD727-76E9-4883-9C10-3ECBCBC583C2}" type="parTrans" cxnId="{3BE7B7E5-2682-40B1-AFBF-2C4724DD0E9C}">
      <dgm:prSet/>
      <dgm:spPr/>
      <dgm:t>
        <a:bodyPr/>
        <a:lstStyle/>
        <a:p>
          <a:endParaRPr lang="es-CO"/>
        </a:p>
      </dgm:t>
    </dgm:pt>
    <dgm:pt modelId="{2A02C0DF-0D24-43A7-8333-4AFE1F19D89E}" type="sibTrans" cxnId="{3BE7B7E5-2682-40B1-AFBF-2C4724DD0E9C}">
      <dgm:prSet/>
      <dgm:spPr/>
      <dgm:t>
        <a:bodyPr/>
        <a:lstStyle/>
        <a:p>
          <a:endParaRPr lang="es-CO"/>
        </a:p>
      </dgm:t>
    </dgm:pt>
    <dgm:pt modelId="{53C46022-4FCE-4C5C-AEAF-2F33BBC71DEF}">
      <dgm:prSet phldrT="[Texto]"/>
      <dgm:spPr/>
      <dgm:t>
        <a:bodyPr/>
        <a:lstStyle/>
        <a:p>
          <a:r>
            <a:rPr lang="es-MX" b="1" dirty="0"/>
            <a:t>903842-903843 GLUCOSA PRE Y POST  Y CURVAS GLUCOSAS</a:t>
          </a:r>
          <a:endParaRPr lang="es-CO" b="1" dirty="0"/>
        </a:p>
      </dgm:t>
    </dgm:pt>
    <dgm:pt modelId="{A3249014-FB4A-4618-BC75-D6FCDE8049B0}" type="parTrans" cxnId="{DCF49496-AB8E-4455-872A-C920CA5C2B17}">
      <dgm:prSet/>
      <dgm:spPr/>
      <dgm:t>
        <a:bodyPr/>
        <a:lstStyle/>
        <a:p>
          <a:endParaRPr lang="es-CO"/>
        </a:p>
      </dgm:t>
    </dgm:pt>
    <dgm:pt modelId="{A52C1661-BD34-4821-8C4D-C4938ABEA36A}" type="sibTrans" cxnId="{DCF49496-AB8E-4455-872A-C920CA5C2B17}">
      <dgm:prSet/>
      <dgm:spPr/>
      <dgm:t>
        <a:bodyPr/>
        <a:lstStyle/>
        <a:p>
          <a:endParaRPr lang="es-CO"/>
        </a:p>
      </dgm:t>
    </dgm:pt>
    <dgm:pt modelId="{0BEDB5F6-B29C-432A-A824-D326FA1A8FA4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HIERRO TOTAL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46D25F0F-522D-4586-8F31-7C1EAA24BD13}" type="parTrans" cxnId="{9A9E5CC9-E2FE-4171-8DEA-9E1D6B4B819D}">
      <dgm:prSet/>
      <dgm:spPr/>
      <dgm:t>
        <a:bodyPr/>
        <a:lstStyle/>
        <a:p>
          <a:endParaRPr lang="es-CO"/>
        </a:p>
      </dgm:t>
    </dgm:pt>
    <dgm:pt modelId="{E694F901-1E41-4429-8A77-4179B6B2E27E}" type="sibTrans" cxnId="{9A9E5CC9-E2FE-4171-8DEA-9E1D6B4B819D}">
      <dgm:prSet/>
      <dgm:spPr/>
      <dgm:t>
        <a:bodyPr/>
        <a:lstStyle/>
        <a:p>
          <a:endParaRPr lang="es-CO"/>
        </a:p>
      </dgm:t>
    </dgm:pt>
    <dgm:pt modelId="{38EB168C-1C70-48EC-B088-1385540CAA92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HIERRO TOTAL</a:t>
          </a:r>
          <a:endParaRPr lang="es-CO" sz="1400" dirty="0">
            <a:solidFill>
              <a:schemeClr val="accent3"/>
            </a:solidFill>
          </a:endParaRPr>
        </a:p>
      </dgm:t>
    </dgm:pt>
    <dgm:pt modelId="{DE794264-54DD-4BC7-A726-19F51E2213E6}" type="parTrans" cxnId="{48B3F745-DDDE-460B-BF38-60BE22E6A293}">
      <dgm:prSet/>
      <dgm:spPr/>
      <dgm:t>
        <a:bodyPr/>
        <a:lstStyle/>
        <a:p>
          <a:endParaRPr lang="es-CO"/>
        </a:p>
      </dgm:t>
    </dgm:pt>
    <dgm:pt modelId="{AD40FFC8-743C-4DCB-88DE-4F4C41E112B9}" type="sibTrans" cxnId="{48B3F745-DDDE-460B-BF38-60BE22E6A293}">
      <dgm:prSet/>
      <dgm:spPr/>
      <dgm:t>
        <a:bodyPr/>
        <a:lstStyle/>
        <a:p>
          <a:endParaRPr lang="es-CO"/>
        </a:p>
      </dgm:t>
    </dgm:pt>
    <dgm:pt modelId="{2B86ECB8-6BFF-4212-9CBD-2346BBC91400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GLUCOSA EN SUERO U OTRO FLUIDO</a:t>
          </a:r>
          <a:endParaRPr lang="es-CO" sz="1400" dirty="0">
            <a:solidFill>
              <a:schemeClr val="accent1"/>
            </a:solidFill>
          </a:endParaRPr>
        </a:p>
      </dgm:t>
    </dgm:pt>
    <dgm:pt modelId="{6C469CAB-2436-4A21-9E63-822AF1A5CF03}" type="parTrans" cxnId="{E0AA3B32-4A7D-484D-90B7-704E7F8430F9}">
      <dgm:prSet/>
      <dgm:spPr/>
      <dgm:t>
        <a:bodyPr/>
        <a:lstStyle/>
        <a:p>
          <a:endParaRPr lang="es-CO"/>
        </a:p>
      </dgm:t>
    </dgm:pt>
    <dgm:pt modelId="{2A9FD606-7A80-450F-A403-4A4F88C1CA19}" type="sibTrans" cxnId="{E0AA3B32-4A7D-484D-90B7-704E7F8430F9}">
      <dgm:prSet/>
      <dgm:spPr/>
      <dgm:t>
        <a:bodyPr/>
        <a:lstStyle/>
        <a:p>
          <a:endParaRPr lang="es-CO"/>
        </a:p>
      </dgm:t>
    </dgm:pt>
    <dgm:pt modelId="{6A4287A8-6075-409B-A17E-2BCAFD9E34BE}">
      <dgm:prSet phldrT="[Texto]" custT="1"/>
      <dgm:spPr/>
      <dgm:t>
        <a:bodyPr/>
        <a:lstStyle/>
        <a:p>
          <a:r>
            <a:rPr lang="es-MX" sz="1600" b="1" dirty="0"/>
            <a:t>90381601 COLESTEROL DE MUY BAJA DENSIDAD VLDL</a:t>
          </a:r>
          <a:endParaRPr lang="es-CO" sz="1600" b="1" dirty="0"/>
        </a:p>
      </dgm:t>
    </dgm:pt>
    <dgm:pt modelId="{3557D358-838B-49C9-A01A-08022E873BA4}" type="parTrans" cxnId="{4BFFE7C2-054F-4BB4-AF77-1C57DDF9000F}">
      <dgm:prSet/>
      <dgm:spPr/>
      <dgm:t>
        <a:bodyPr/>
        <a:lstStyle/>
        <a:p>
          <a:endParaRPr lang="es-CO"/>
        </a:p>
      </dgm:t>
    </dgm:pt>
    <dgm:pt modelId="{0199CCEC-A11B-4373-A454-3BEDFF2F3516}" type="sibTrans" cxnId="{4BFFE7C2-054F-4BB4-AF77-1C57DDF9000F}">
      <dgm:prSet/>
      <dgm:spPr/>
      <dgm:t>
        <a:bodyPr/>
        <a:lstStyle/>
        <a:p>
          <a:endParaRPr lang="es-CO"/>
        </a:p>
      </dgm:t>
    </dgm:pt>
    <dgm:pt modelId="{C42E9002-214A-4DD6-B17F-37AD1A82A3F3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TRIGLICÉRIDOS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gm:t>
    </dgm:pt>
    <dgm:pt modelId="{A51A16C8-6A92-4E3E-A3B7-AC9DCD7C94C5}" type="parTrans" cxnId="{1A838022-0FFE-4361-A011-03DB563E5F19}">
      <dgm:prSet/>
      <dgm:spPr/>
      <dgm:t>
        <a:bodyPr/>
        <a:lstStyle/>
        <a:p>
          <a:endParaRPr lang="es-CO"/>
        </a:p>
      </dgm:t>
    </dgm:pt>
    <dgm:pt modelId="{5C45535F-093A-49B1-87CB-889360CBF6A6}" type="sibTrans" cxnId="{1A838022-0FFE-4361-A011-03DB563E5F19}">
      <dgm:prSet/>
      <dgm:spPr/>
      <dgm:t>
        <a:bodyPr/>
        <a:lstStyle/>
        <a:p>
          <a:endParaRPr lang="es-CO"/>
        </a:p>
      </dgm:t>
    </dgm:pt>
    <dgm:pt modelId="{8FC97345-DD36-49E9-B416-CD6CDEC69589}" type="pres">
      <dgm:prSet presAssocID="{A63629DA-BB1C-41D2-913B-C4AED2047E7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276BB54-1749-40DB-BCE9-8E738E71D519}" type="pres">
      <dgm:prSet presAssocID="{4B4960B8-28A5-44AE-BC57-45801513ADFE}" presName="horFlow" presStyleCnt="0"/>
      <dgm:spPr/>
    </dgm:pt>
    <dgm:pt modelId="{988E9A22-149C-4253-A7A8-4A9A5134443B}" type="pres">
      <dgm:prSet presAssocID="{4B4960B8-28A5-44AE-BC57-45801513ADFE}" presName="bigChev" presStyleLbl="node1" presStyleIdx="0" presStyleCnt="4"/>
      <dgm:spPr/>
    </dgm:pt>
    <dgm:pt modelId="{9A8AD687-B2BE-43B3-8D60-4A011B2F0633}" type="pres">
      <dgm:prSet presAssocID="{46D25F0F-522D-4586-8F31-7C1EAA24BD13}" presName="parTrans" presStyleCnt="0"/>
      <dgm:spPr/>
    </dgm:pt>
    <dgm:pt modelId="{05889462-E21B-4141-A6B9-25238B840916}" type="pres">
      <dgm:prSet presAssocID="{0BEDB5F6-B29C-432A-A824-D326FA1A8FA4}" presName="node" presStyleLbl="alignAccFollowNode1" presStyleIdx="0" presStyleCnt="4" custScaleY="121208">
        <dgm:presLayoutVars>
          <dgm:bulletEnabled val="1"/>
        </dgm:presLayoutVars>
      </dgm:prSet>
      <dgm:spPr/>
    </dgm:pt>
    <dgm:pt modelId="{F3CEA476-AAF2-4278-8B69-2DC9F82F8E6B}" type="pres">
      <dgm:prSet presAssocID="{4B4960B8-28A5-44AE-BC57-45801513ADFE}" presName="vSp" presStyleCnt="0"/>
      <dgm:spPr/>
    </dgm:pt>
    <dgm:pt modelId="{5C3617B0-D50A-49FB-8465-49F113158415}" type="pres">
      <dgm:prSet presAssocID="{DF290614-9B4D-4DA6-A85C-B02915096AD8}" presName="horFlow" presStyleCnt="0"/>
      <dgm:spPr/>
    </dgm:pt>
    <dgm:pt modelId="{D07635C9-BD96-46FE-8AE1-C79C624F539C}" type="pres">
      <dgm:prSet presAssocID="{DF290614-9B4D-4DA6-A85C-B02915096AD8}" presName="bigChev" presStyleLbl="node1" presStyleIdx="1" presStyleCnt="4"/>
      <dgm:spPr/>
    </dgm:pt>
    <dgm:pt modelId="{96C2E736-D1FD-4841-8FC5-C5513CB056D3}" type="pres">
      <dgm:prSet presAssocID="{DE794264-54DD-4BC7-A726-19F51E2213E6}" presName="parTrans" presStyleCnt="0"/>
      <dgm:spPr/>
    </dgm:pt>
    <dgm:pt modelId="{4F077616-8BDC-4A62-9A13-55B95DEC6FB6}" type="pres">
      <dgm:prSet presAssocID="{38EB168C-1C70-48EC-B088-1385540CAA92}" presName="node" presStyleLbl="alignAccFollowNode1" presStyleIdx="1" presStyleCnt="4">
        <dgm:presLayoutVars>
          <dgm:bulletEnabled val="1"/>
        </dgm:presLayoutVars>
      </dgm:prSet>
      <dgm:spPr/>
    </dgm:pt>
    <dgm:pt modelId="{3BA67C84-B201-483B-B381-69374485B5E6}" type="pres">
      <dgm:prSet presAssocID="{DF290614-9B4D-4DA6-A85C-B02915096AD8}" presName="vSp" presStyleCnt="0"/>
      <dgm:spPr/>
    </dgm:pt>
    <dgm:pt modelId="{EA8D364D-61CD-476B-9D4E-E2B7D86EBA2E}" type="pres">
      <dgm:prSet presAssocID="{53C46022-4FCE-4C5C-AEAF-2F33BBC71DEF}" presName="horFlow" presStyleCnt="0"/>
      <dgm:spPr/>
    </dgm:pt>
    <dgm:pt modelId="{4AFF304D-BFD7-41FF-B18C-24AD4EFA73A2}" type="pres">
      <dgm:prSet presAssocID="{53C46022-4FCE-4C5C-AEAF-2F33BBC71DEF}" presName="bigChev" presStyleLbl="node1" presStyleIdx="2" presStyleCnt="4"/>
      <dgm:spPr/>
    </dgm:pt>
    <dgm:pt modelId="{92C947A5-E646-4AA0-97C4-D8F2DD9A25DD}" type="pres">
      <dgm:prSet presAssocID="{6C469CAB-2436-4A21-9E63-822AF1A5CF03}" presName="parTrans" presStyleCnt="0"/>
      <dgm:spPr/>
    </dgm:pt>
    <dgm:pt modelId="{EF271A90-362B-4D1A-B5B5-074264EC45AE}" type="pres">
      <dgm:prSet presAssocID="{2B86ECB8-6BFF-4212-9CBD-2346BBC91400}" presName="node" presStyleLbl="alignAccFollowNode1" presStyleIdx="2" presStyleCnt="4">
        <dgm:presLayoutVars>
          <dgm:bulletEnabled val="1"/>
        </dgm:presLayoutVars>
      </dgm:prSet>
      <dgm:spPr/>
    </dgm:pt>
    <dgm:pt modelId="{0128FBE6-AD52-42DF-9E38-B1F6F995A1DA}" type="pres">
      <dgm:prSet presAssocID="{53C46022-4FCE-4C5C-AEAF-2F33BBC71DEF}" presName="vSp" presStyleCnt="0"/>
      <dgm:spPr/>
    </dgm:pt>
    <dgm:pt modelId="{D162589D-93A3-4020-83BB-B5D9B577BCA2}" type="pres">
      <dgm:prSet presAssocID="{6A4287A8-6075-409B-A17E-2BCAFD9E34BE}" presName="horFlow" presStyleCnt="0"/>
      <dgm:spPr/>
    </dgm:pt>
    <dgm:pt modelId="{6356A5FB-502C-4FC7-8EC9-74E670DAB07F}" type="pres">
      <dgm:prSet presAssocID="{6A4287A8-6075-409B-A17E-2BCAFD9E34BE}" presName="bigChev" presStyleLbl="node1" presStyleIdx="3" presStyleCnt="4"/>
      <dgm:spPr/>
    </dgm:pt>
    <dgm:pt modelId="{4493F469-F3EC-4E6A-BAEB-F0DD73591225}" type="pres">
      <dgm:prSet presAssocID="{A51A16C8-6A92-4E3E-A3B7-AC9DCD7C94C5}" presName="parTrans" presStyleCnt="0"/>
      <dgm:spPr/>
    </dgm:pt>
    <dgm:pt modelId="{1F80FEE7-BAE5-4064-A2FA-B2872852BDE5}" type="pres">
      <dgm:prSet presAssocID="{C42E9002-214A-4DD6-B17F-37AD1A82A3F3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1A838022-0FFE-4361-A011-03DB563E5F19}" srcId="{6A4287A8-6075-409B-A17E-2BCAFD9E34BE}" destId="{C42E9002-214A-4DD6-B17F-37AD1A82A3F3}" srcOrd="0" destOrd="0" parTransId="{A51A16C8-6A92-4E3E-A3B7-AC9DCD7C94C5}" sibTransId="{5C45535F-093A-49B1-87CB-889360CBF6A6}"/>
    <dgm:cxn modelId="{75F1DF29-D1B6-4AE4-AC79-9D2795A3B945}" type="presOf" srcId="{38EB168C-1C70-48EC-B088-1385540CAA92}" destId="{4F077616-8BDC-4A62-9A13-55B95DEC6FB6}" srcOrd="0" destOrd="0" presId="urn:microsoft.com/office/officeart/2005/8/layout/lProcess3"/>
    <dgm:cxn modelId="{2A7DC131-11D0-4FBE-9774-910F025FE0E4}" type="presOf" srcId="{0BEDB5F6-B29C-432A-A824-D326FA1A8FA4}" destId="{05889462-E21B-4141-A6B9-25238B840916}" srcOrd="0" destOrd="0" presId="urn:microsoft.com/office/officeart/2005/8/layout/lProcess3"/>
    <dgm:cxn modelId="{E0AA3B32-4A7D-484D-90B7-704E7F8430F9}" srcId="{53C46022-4FCE-4C5C-AEAF-2F33BBC71DEF}" destId="{2B86ECB8-6BFF-4212-9CBD-2346BBC91400}" srcOrd="0" destOrd="0" parTransId="{6C469CAB-2436-4A21-9E63-822AF1A5CF03}" sibTransId="{2A9FD606-7A80-450F-A403-4A4F88C1CA19}"/>
    <dgm:cxn modelId="{97B9BD3A-6686-4EC6-ACEF-8222D3A3694A}" type="presOf" srcId="{C42E9002-214A-4DD6-B17F-37AD1A82A3F3}" destId="{1F80FEE7-BAE5-4064-A2FA-B2872852BDE5}" srcOrd="0" destOrd="0" presId="urn:microsoft.com/office/officeart/2005/8/layout/lProcess3"/>
    <dgm:cxn modelId="{48B3F745-DDDE-460B-BF38-60BE22E6A293}" srcId="{DF290614-9B4D-4DA6-A85C-B02915096AD8}" destId="{38EB168C-1C70-48EC-B088-1385540CAA92}" srcOrd="0" destOrd="0" parTransId="{DE794264-54DD-4BC7-A726-19F51E2213E6}" sibTransId="{AD40FFC8-743C-4DCB-88DE-4F4C41E112B9}"/>
    <dgm:cxn modelId="{7A824957-1F78-41D0-9A9A-0FF55849957B}" type="presOf" srcId="{A63629DA-BB1C-41D2-913B-C4AED2047E7F}" destId="{8FC97345-DD36-49E9-B416-CD6CDEC69589}" srcOrd="0" destOrd="0" presId="urn:microsoft.com/office/officeart/2005/8/layout/lProcess3"/>
    <dgm:cxn modelId="{DCF49496-AB8E-4455-872A-C920CA5C2B17}" srcId="{A63629DA-BB1C-41D2-913B-C4AED2047E7F}" destId="{53C46022-4FCE-4C5C-AEAF-2F33BBC71DEF}" srcOrd="2" destOrd="0" parTransId="{A3249014-FB4A-4618-BC75-D6FCDE8049B0}" sibTransId="{A52C1661-BD34-4821-8C4D-C4938ABEA36A}"/>
    <dgm:cxn modelId="{8C4C629B-E3B1-4E3D-8C69-6B3825D20DAE}" type="presOf" srcId="{4B4960B8-28A5-44AE-BC57-45801513ADFE}" destId="{988E9A22-149C-4253-A7A8-4A9A5134443B}" srcOrd="0" destOrd="0" presId="urn:microsoft.com/office/officeart/2005/8/layout/lProcess3"/>
    <dgm:cxn modelId="{315D58A5-5C9F-4AAE-94F3-B4A74763EF58}" type="presOf" srcId="{DF290614-9B4D-4DA6-A85C-B02915096AD8}" destId="{D07635C9-BD96-46FE-8AE1-C79C624F539C}" srcOrd="0" destOrd="0" presId="urn:microsoft.com/office/officeart/2005/8/layout/lProcess3"/>
    <dgm:cxn modelId="{E4DE18B3-7DCB-4587-9B87-D99132AA9CCC}" type="presOf" srcId="{6A4287A8-6075-409B-A17E-2BCAFD9E34BE}" destId="{6356A5FB-502C-4FC7-8EC9-74E670DAB07F}" srcOrd="0" destOrd="0" presId="urn:microsoft.com/office/officeart/2005/8/layout/lProcess3"/>
    <dgm:cxn modelId="{62306CB4-3FF8-4928-84C2-34954DFAD96B}" srcId="{A63629DA-BB1C-41D2-913B-C4AED2047E7F}" destId="{4B4960B8-28A5-44AE-BC57-45801513ADFE}" srcOrd="0" destOrd="0" parTransId="{320823F0-D3D5-4799-AC5B-34810C3A99AD}" sibTransId="{9BCF1252-5D2E-461E-9E46-AB7C4A47A53D}"/>
    <dgm:cxn modelId="{4BFFE7C2-054F-4BB4-AF77-1C57DDF9000F}" srcId="{A63629DA-BB1C-41D2-913B-C4AED2047E7F}" destId="{6A4287A8-6075-409B-A17E-2BCAFD9E34BE}" srcOrd="3" destOrd="0" parTransId="{3557D358-838B-49C9-A01A-08022E873BA4}" sibTransId="{0199CCEC-A11B-4373-A454-3BEDFF2F3516}"/>
    <dgm:cxn modelId="{5C930DC6-6D62-46F2-A71D-E4AC353EE8BB}" type="presOf" srcId="{53C46022-4FCE-4C5C-AEAF-2F33BBC71DEF}" destId="{4AFF304D-BFD7-41FF-B18C-24AD4EFA73A2}" srcOrd="0" destOrd="0" presId="urn:microsoft.com/office/officeart/2005/8/layout/lProcess3"/>
    <dgm:cxn modelId="{9A9E5CC9-E2FE-4171-8DEA-9E1D6B4B819D}" srcId="{4B4960B8-28A5-44AE-BC57-45801513ADFE}" destId="{0BEDB5F6-B29C-432A-A824-D326FA1A8FA4}" srcOrd="0" destOrd="0" parTransId="{46D25F0F-522D-4586-8F31-7C1EAA24BD13}" sibTransId="{E694F901-1E41-4429-8A77-4179B6B2E27E}"/>
    <dgm:cxn modelId="{0CC818D1-A9F1-4647-B751-CC9D15B0D551}" type="presOf" srcId="{2B86ECB8-6BFF-4212-9CBD-2346BBC91400}" destId="{EF271A90-362B-4D1A-B5B5-074264EC45AE}" srcOrd="0" destOrd="0" presId="urn:microsoft.com/office/officeart/2005/8/layout/lProcess3"/>
    <dgm:cxn modelId="{3BE7B7E5-2682-40B1-AFBF-2C4724DD0E9C}" srcId="{A63629DA-BB1C-41D2-913B-C4AED2047E7F}" destId="{DF290614-9B4D-4DA6-A85C-B02915096AD8}" srcOrd="1" destOrd="0" parTransId="{660BD727-76E9-4883-9C10-3ECBCBC583C2}" sibTransId="{2A02C0DF-0D24-43A7-8333-4AFE1F19D89E}"/>
    <dgm:cxn modelId="{3A9FF467-46FE-4CB1-981F-326E526C5290}" type="presParOf" srcId="{8FC97345-DD36-49E9-B416-CD6CDEC69589}" destId="{2276BB54-1749-40DB-BCE9-8E738E71D519}" srcOrd="0" destOrd="0" presId="urn:microsoft.com/office/officeart/2005/8/layout/lProcess3"/>
    <dgm:cxn modelId="{27825ACC-C886-4C96-94EE-3E34A304899F}" type="presParOf" srcId="{2276BB54-1749-40DB-BCE9-8E738E71D519}" destId="{988E9A22-149C-4253-A7A8-4A9A5134443B}" srcOrd="0" destOrd="0" presId="urn:microsoft.com/office/officeart/2005/8/layout/lProcess3"/>
    <dgm:cxn modelId="{3862C55B-1773-44FC-A99B-4EC02962D93E}" type="presParOf" srcId="{2276BB54-1749-40DB-BCE9-8E738E71D519}" destId="{9A8AD687-B2BE-43B3-8D60-4A011B2F0633}" srcOrd="1" destOrd="0" presId="urn:microsoft.com/office/officeart/2005/8/layout/lProcess3"/>
    <dgm:cxn modelId="{014E77CD-C39A-426A-B62E-4870D95350F5}" type="presParOf" srcId="{2276BB54-1749-40DB-BCE9-8E738E71D519}" destId="{05889462-E21B-4141-A6B9-25238B840916}" srcOrd="2" destOrd="0" presId="urn:microsoft.com/office/officeart/2005/8/layout/lProcess3"/>
    <dgm:cxn modelId="{44A4FCAC-3AD6-40AF-92C3-A2A3D0CE3D2A}" type="presParOf" srcId="{8FC97345-DD36-49E9-B416-CD6CDEC69589}" destId="{F3CEA476-AAF2-4278-8B69-2DC9F82F8E6B}" srcOrd="1" destOrd="0" presId="urn:microsoft.com/office/officeart/2005/8/layout/lProcess3"/>
    <dgm:cxn modelId="{71921B45-ED0F-436F-9F56-7D4F8745805D}" type="presParOf" srcId="{8FC97345-DD36-49E9-B416-CD6CDEC69589}" destId="{5C3617B0-D50A-49FB-8465-49F113158415}" srcOrd="2" destOrd="0" presId="urn:microsoft.com/office/officeart/2005/8/layout/lProcess3"/>
    <dgm:cxn modelId="{43E20092-9F78-4E57-9CC5-DEE03680186E}" type="presParOf" srcId="{5C3617B0-D50A-49FB-8465-49F113158415}" destId="{D07635C9-BD96-46FE-8AE1-C79C624F539C}" srcOrd="0" destOrd="0" presId="urn:microsoft.com/office/officeart/2005/8/layout/lProcess3"/>
    <dgm:cxn modelId="{DEA571A8-F159-43F6-A0BC-B265E8CFAFCD}" type="presParOf" srcId="{5C3617B0-D50A-49FB-8465-49F113158415}" destId="{96C2E736-D1FD-4841-8FC5-C5513CB056D3}" srcOrd="1" destOrd="0" presId="urn:microsoft.com/office/officeart/2005/8/layout/lProcess3"/>
    <dgm:cxn modelId="{144C4BAD-692B-4F3A-8998-CD93619CC79B}" type="presParOf" srcId="{5C3617B0-D50A-49FB-8465-49F113158415}" destId="{4F077616-8BDC-4A62-9A13-55B95DEC6FB6}" srcOrd="2" destOrd="0" presId="urn:microsoft.com/office/officeart/2005/8/layout/lProcess3"/>
    <dgm:cxn modelId="{034E8972-10E1-4E20-AC80-25F3FE5B8233}" type="presParOf" srcId="{8FC97345-DD36-49E9-B416-CD6CDEC69589}" destId="{3BA67C84-B201-483B-B381-69374485B5E6}" srcOrd="3" destOrd="0" presId="urn:microsoft.com/office/officeart/2005/8/layout/lProcess3"/>
    <dgm:cxn modelId="{4EC3B78B-82A7-42E2-A9E8-6281AF9B1B7C}" type="presParOf" srcId="{8FC97345-DD36-49E9-B416-CD6CDEC69589}" destId="{EA8D364D-61CD-476B-9D4E-E2B7D86EBA2E}" srcOrd="4" destOrd="0" presId="urn:microsoft.com/office/officeart/2005/8/layout/lProcess3"/>
    <dgm:cxn modelId="{B7CBC537-894C-4A39-920B-04E9B887D3ED}" type="presParOf" srcId="{EA8D364D-61CD-476B-9D4E-E2B7D86EBA2E}" destId="{4AFF304D-BFD7-41FF-B18C-24AD4EFA73A2}" srcOrd="0" destOrd="0" presId="urn:microsoft.com/office/officeart/2005/8/layout/lProcess3"/>
    <dgm:cxn modelId="{3FDC7ABB-E604-4759-B2B6-D86E3D2B2CE1}" type="presParOf" srcId="{EA8D364D-61CD-476B-9D4E-E2B7D86EBA2E}" destId="{92C947A5-E646-4AA0-97C4-D8F2DD9A25DD}" srcOrd="1" destOrd="0" presId="urn:microsoft.com/office/officeart/2005/8/layout/lProcess3"/>
    <dgm:cxn modelId="{3C76B1E0-8884-4929-9587-7A0CD28D8367}" type="presParOf" srcId="{EA8D364D-61CD-476B-9D4E-E2B7D86EBA2E}" destId="{EF271A90-362B-4D1A-B5B5-074264EC45AE}" srcOrd="2" destOrd="0" presId="urn:microsoft.com/office/officeart/2005/8/layout/lProcess3"/>
    <dgm:cxn modelId="{5C007E61-BB68-4486-81F8-73B3F8A1F71F}" type="presParOf" srcId="{8FC97345-DD36-49E9-B416-CD6CDEC69589}" destId="{0128FBE6-AD52-42DF-9E38-B1F6F995A1DA}" srcOrd="5" destOrd="0" presId="urn:microsoft.com/office/officeart/2005/8/layout/lProcess3"/>
    <dgm:cxn modelId="{2436AEEC-26C0-41A0-9106-1C93055827B8}" type="presParOf" srcId="{8FC97345-DD36-49E9-B416-CD6CDEC69589}" destId="{D162589D-93A3-4020-83BB-B5D9B577BCA2}" srcOrd="6" destOrd="0" presId="urn:microsoft.com/office/officeart/2005/8/layout/lProcess3"/>
    <dgm:cxn modelId="{14865B96-9F6E-47A3-A153-13717FCE00C0}" type="presParOf" srcId="{D162589D-93A3-4020-83BB-B5D9B577BCA2}" destId="{6356A5FB-502C-4FC7-8EC9-74E670DAB07F}" srcOrd="0" destOrd="0" presId="urn:microsoft.com/office/officeart/2005/8/layout/lProcess3"/>
    <dgm:cxn modelId="{44D4BDB7-001D-40A8-BC62-17D3654A2C3F}" type="presParOf" srcId="{D162589D-93A3-4020-83BB-B5D9B577BCA2}" destId="{4493F469-F3EC-4E6A-BAEB-F0DD73591225}" srcOrd="1" destOrd="0" presId="urn:microsoft.com/office/officeart/2005/8/layout/lProcess3"/>
    <dgm:cxn modelId="{B938CDCE-975A-4F3C-9358-E6F40221D70A}" type="presParOf" srcId="{D162589D-93A3-4020-83BB-B5D9B577BCA2}" destId="{1F80FEE7-BAE5-4064-A2FA-B2872852BDE5}" srcOrd="2" destOrd="0" presId="urn:microsoft.com/office/officeart/2005/8/layout/lProcess3"/>
  </dgm:cxnLst>
  <dgm:bg>
    <a:solidFill>
      <a:srgbClr val="F0F0F0">
        <a:alpha val="0"/>
      </a:srgb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63629DA-BB1C-41D2-913B-C4AED2047E7F}" type="doc">
      <dgm:prSet loTypeId="urn:microsoft.com/office/officeart/2005/8/layout/lProcess3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4B4960B8-28A5-44AE-BC57-45801513ADFE}">
      <dgm:prSet phldrT="[Texto]"/>
      <dgm:spPr/>
      <dgm:t>
        <a:bodyPr/>
        <a:lstStyle/>
        <a:p>
          <a:r>
            <a:rPr lang="es-MX" b="1" dirty="0"/>
            <a:t>903869  UREA EN SANGRE U OTROS FLUIDOS</a:t>
          </a:r>
          <a:endParaRPr lang="es-CO" b="1" dirty="0"/>
        </a:p>
      </dgm:t>
    </dgm:pt>
    <dgm:pt modelId="{320823F0-D3D5-4799-AC5B-34810C3A99AD}" type="parTrans" cxnId="{62306CB4-3FF8-4928-84C2-34954DFAD96B}">
      <dgm:prSet/>
      <dgm:spPr/>
      <dgm:t>
        <a:bodyPr/>
        <a:lstStyle/>
        <a:p>
          <a:endParaRPr lang="es-CO"/>
        </a:p>
      </dgm:t>
    </dgm:pt>
    <dgm:pt modelId="{9BCF1252-5D2E-461E-9E46-AB7C4A47A53D}" type="sibTrans" cxnId="{62306CB4-3FF8-4928-84C2-34954DFAD96B}">
      <dgm:prSet/>
      <dgm:spPr/>
      <dgm:t>
        <a:bodyPr/>
        <a:lstStyle/>
        <a:p>
          <a:endParaRPr lang="es-CO"/>
        </a:p>
      </dgm:t>
    </dgm:pt>
    <dgm:pt modelId="{DF290614-9B4D-4DA6-A85C-B02915096AD8}">
      <dgm:prSet phldrT="[Texto]" custT="1"/>
      <dgm:spPr/>
      <dgm:t>
        <a:bodyPr/>
        <a:lstStyle/>
        <a:p>
          <a:r>
            <a:rPr lang="es-MX" sz="1600" b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904109 PROLACTINA MEZCLA DE TRES MUESTRAS</a:t>
          </a:r>
        </a:p>
        <a:p>
          <a:r>
            <a:rPr lang="es-CO" sz="1200" b="1" kern="1200" dirty="0"/>
            <a:t>			 </a:t>
          </a:r>
        </a:p>
      </dgm:t>
    </dgm:pt>
    <dgm:pt modelId="{660BD727-76E9-4883-9C10-3ECBCBC583C2}" type="parTrans" cxnId="{3BE7B7E5-2682-40B1-AFBF-2C4724DD0E9C}">
      <dgm:prSet/>
      <dgm:spPr/>
      <dgm:t>
        <a:bodyPr/>
        <a:lstStyle/>
        <a:p>
          <a:endParaRPr lang="es-CO"/>
        </a:p>
      </dgm:t>
    </dgm:pt>
    <dgm:pt modelId="{2A02C0DF-0D24-43A7-8333-4AFE1F19D89E}" type="sibTrans" cxnId="{3BE7B7E5-2682-40B1-AFBF-2C4724DD0E9C}">
      <dgm:prSet/>
      <dgm:spPr/>
      <dgm:t>
        <a:bodyPr/>
        <a:lstStyle/>
        <a:p>
          <a:endParaRPr lang="es-CO"/>
        </a:p>
      </dgm:t>
    </dgm:pt>
    <dgm:pt modelId="{0BEDB5F6-B29C-432A-A824-D326FA1A8FA4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NITRÓGENO</a:t>
          </a:r>
          <a:r>
            <a:rPr lang="es-MX" sz="1400" kern="1200" baseline="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 UREICO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46D25F0F-522D-4586-8F31-7C1EAA24BD13}" type="parTrans" cxnId="{9A9E5CC9-E2FE-4171-8DEA-9E1D6B4B819D}">
      <dgm:prSet/>
      <dgm:spPr/>
      <dgm:t>
        <a:bodyPr/>
        <a:lstStyle/>
        <a:p>
          <a:endParaRPr lang="es-CO"/>
        </a:p>
      </dgm:t>
    </dgm:pt>
    <dgm:pt modelId="{E694F901-1E41-4429-8A77-4179B6B2E27E}" type="sibTrans" cxnId="{9A9E5CC9-E2FE-4171-8DEA-9E1D6B4B819D}">
      <dgm:prSet/>
      <dgm:spPr/>
      <dgm:t>
        <a:bodyPr/>
        <a:lstStyle/>
        <a:p>
          <a:endParaRPr lang="es-CO"/>
        </a:p>
      </dgm:t>
    </dgm:pt>
    <dgm:pt modelId="{38EB168C-1C70-48EC-B088-1385540CAA92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PROLACTINA</a:t>
          </a:r>
          <a:endParaRPr lang="es-CO" sz="1400" dirty="0">
            <a:solidFill>
              <a:schemeClr val="accent3"/>
            </a:solidFill>
          </a:endParaRPr>
        </a:p>
      </dgm:t>
    </dgm:pt>
    <dgm:pt modelId="{DE794264-54DD-4BC7-A726-19F51E2213E6}" type="parTrans" cxnId="{48B3F745-DDDE-460B-BF38-60BE22E6A293}">
      <dgm:prSet/>
      <dgm:spPr/>
      <dgm:t>
        <a:bodyPr/>
        <a:lstStyle/>
        <a:p>
          <a:endParaRPr lang="es-CO"/>
        </a:p>
      </dgm:t>
    </dgm:pt>
    <dgm:pt modelId="{AD40FFC8-743C-4DCB-88DE-4F4C41E112B9}" type="sibTrans" cxnId="{48B3F745-DDDE-460B-BF38-60BE22E6A293}">
      <dgm:prSet/>
      <dgm:spPr/>
      <dgm:t>
        <a:bodyPr/>
        <a:lstStyle/>
        <a:p>
          <a:endParaRPr lang="es-CO"/>
        </a:p>
      </dgm:t>
    </dgm:pt>
    <dgm:pt modelId="{2B86ECB8-6BFF-4212-9CBD-2346BBC91400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INSULINA CADA MUESTRA</a:t>
          </a:r>
          <a:endParaRPr lang="es-CO" sz="1400" dirty="0">
            <a:solidFill>
              <a:schemeClr val="accent1"/>
            </a:solidFill>
          </a:endParaRPr>
        </a:p>
      </dgm:t>
    </dgm:pt>
    <dgm:pt modelId="{6C469CAB-2436-4A21-9E63-822AF1A5CF03}" type="parTrans" cxnId="{E0AA3B32-4A7D-484D-90B7-704E7F8430F9}">
      <dgm:prSet/>
      <dgm:spPr/>
      <dgm:t>
        <a:bodyPr/>
        <a:lstStyle/>
        <a:p>
          <a:endParaRPr lang="es-CO"/>
        </a:p>
      </dgm:t>
    </dgm:pt>
    <dgm:pt modelId="{2A9FD606-7A80-450F-A403-4A4F88C1CA19}" type="sibTrans" cxnId="{E0AA3B32-4A7D-484D-90B7-704E7F8430F9}">
      <dgm:prSet/>
      <dgm:spPr/>
      <dgm:t>
        <a:bodyPr/>
        <a:lstStyle/>
        <a:p>
          <a:endParaRPr lang="es-CO"/>
        </a:p>
      </dgm:t>
    </dgm:pt>
    <dgm:pt modelId="{6A4287A8-6075-409B-A17E-2BCAFD9E34BE}">
      <dgm:prSet phldrT="[Texto]" custT="1"/>
      <dgm:spPr/>
      <dgm:t>
        <a:bodyPr/>
        <a:lstStyle/>
        <a:p>
          <a:r>
            <a:rPr lang="es-MX" sz="1600" b="1" dirty="0"/>
            <a:t>906812 ELECTROFORESIS DE PROTEÍNAS EN SANGRE </a:t>
          </a:r>
          <a:endParaRPr lang="es-CO" sz="1600" b="1" dirty="0"/>
        </a:p>
      </dgm:t>
    </dgm:pt>
    <dgm:pt modelId="{3557D358-838B-49C9-A01A-08022E873BA4}" type="parTrans" cxnId="{4BFFE7C2-054F-4BB4-AF77-1C57DDF9000F}">
      <dgm:prSet/>
      <dgm:spPr/>
      <dgm:t>
        <a:bodyPr/>
        <a:lstStyle/>
        <a:p>
          <a:endParaRPr lang="es-CO"/>
        </a:p>
      </dgm:t>
    </dgm:pt>
    <dgm:pt modelId="{0199CCEC-A11B-4373-A454-3BEDFF2F3516}" type="sibTrans" cxnId="{4BFFE7C2-054F-4BB4-AF77-1C57DDF9000F}">
      <dgm:prSet/>
      <dgm:spPr/>
      <dgm:t>
        <a:bodyPr/>
        <a:lstStyle/>
        <a:p>
          <a:endParaRPr lang="es-CO"/>
        </a:p>
      </dgm:t>
    </dgm:pt>
    <dgm:pt modelId="{C42E9002-214A-4DD6-B17F-37AD1A82A3F3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PROTEÍNAS TOTALES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gm:t>
    </dgm:pt>
    <dgm:pt modelId="{A51A16C8-6A92-4E3E-A3B7-AC9DCD7C94C5}" type="parTrans" cxnId="{1A838022-0FFE-4361-A011-03DB563E5F19}">
      <dgm:prSet/>
      <dgm:spPr/>
      <dgm:t>
        <a:bodyPr/>
        <a:lstStyle/>
        <a:p>
          <a:endParaRPr lang="es-CO"/>
        </a:p>
      </dgm:t>
    </dgm:pt>
    <dgm:pt modelId="{5C45535F-093A-49B1-87CB-889360CBF6A6}" type="sibTrans" cxnId="{1A838022-0FFE-4361-A011-03DB563E5F19}">
      <dgm:prSet/>
      <dgm:spPr/>
      <dgm:t>
        <a:bodyPr/>
        <a:lstStyle/>
        <a:p>
          <a:endParaRPr lang="es-CO"/>
        </a:p>
      </dgm:t>
    </dgm:pt>
    <dgm:pt modelId="{53C46022-4FCE-4C5C-AEAF-2F33BBC71DEF}">
      <dgm:prSet phldrT="[Texto]"/>
      <dgm:spPr/>
      <dgm:t>
        <a:bodyPr/>
        <a:lstStyle/>
        <a:p>
          <a:r>
            <a:rPr lang="es-MX" b="1" dirty="0"/>
            <a:t>904702 INSULINA PRE Y POST  Y CURVAS INSULINA</a:t>
          </a:r>
          <a:endParaRPr lang="es-CO" b="1" dirty="0"/>
        </a:p>
      </dgm:t>
    </dgm:pt>
    <dgm:pt modelId="{A52C1661-BD34-4821-8C4D-C4938ABEA36A}" type="sibTrans" cxnId="{DCF49496-AB8E-4455-872A-C920CA5C2B17}">
      <dgm:prSet/>
      <dgm:spPr/>
      <dgm:t>
        <a:bodyPr/>
        <a:lstStyle/>
        <a:p>
          <a:endParaRPr lang="es-CO"/>
        </a:p>
      </dgm:t>
    </dgm:pt>
    <dgm:pt modelId="{A3249014-FB4A-4618-BC75-D6FCDE8049B0}" type="parTrans" cxnId="{DCF49496-AB8E-4455-872A-C920CA5C2B17}">
      <dgm:prSet/>
      <dgm:spPr/>
      <dgm:t>
        <a:bodyPr/>
        <a:lstStyle/>
        <a:p>
          <a:endParaRPr lang="es-CO"/>
        </a:p>
      </dgm:t>
    </dgm:pt>
    <dgm:pt modelId="{8FC97345-DD36-49E9-B416-CD6CDEC69589}" type="pres">
      <dgm:prSet presAssocID="{A63629DA-BB1C-41D2-913B-C4AED2047E7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276BB54-1749-40DB-BCE9-8E738E71D519}" type="pres">
      <dgm:prSet presAssocID="{4B4960B8-28A5-44AE-BC57-45801513ADFE}" presName="horFlow" presStyleCnt="0"/>
      <dgm:spPr/>
    </dgm:pt>
    <dgm:pt modelId="{988E9A22-149C-4253-A7A8-4A9A5134443B}" type="pres">
      <dgm:prSet presAssocID="{4B4960B8-28A5-44AE-BC57-45801513ADFE}" presName="bigChev" presStyleLbl="node1" presStyleIdx="0" presStyleCnt="4"/>
      <dgm:spPr/>
    </dgm:pt>
    <dgm:pt modelId="{9A8AD687-B2BE-43B3-8D60-4A011B2F0633}" type="pres">
      <dgm:prSet presAssocID="{46D25F0F-522D-4586-8F31-7C1EAA24BD13}" presName="parTrans" presStyleCnt="0"/>
      <dgm:spPr/>
    </dgm:pt>
    <dgm:pt modelId="{05889462-E21B-4141-A6B9-25238B840916}" type="pres">
      <dgm:prSet presAssocID="{0BEDB5F6-B29C-432A-A824-D326FA1A8FA4}" presName="node" presStyleLbl="alignAccFollowNode1" presStyleIdx="0" presStyleCnt="4" custScaleY="121208">
        <dgm:presLayoutVars>
          <dgm:bulletEnabled val="1"/>
        </dgm:presLayoutVars>
      </dgm:prSet>
      <dgm:spPr/>
    </dgm:pt>
    <dgm:pt modelId="{F3CEA476-AAF2-4278-8B69-2DC9F82F8E6B}" type="pres">
      <dgm:prSet presAssocID="{4B4960B8-28A5-44AE-BC57-45801513ADFE}" presName="vSp" presStyleCnt="0"/>
      <dgm:spPr/>
    </dgm:pt>
    <dgm:pt modelId="{5C3617B0-D50A-49FB-8465-49F113158415}" type="pres">
      <dgm:prSet presAssocID="{DF290614-9B4D-4DA6-A85C-B02915096AD8}" presName="horFlow" presStyleCnt="0"/>
      <dgm:spPr/>
    </dgm:pt>
    <dgm:pt modelId="{D07635C9-BD96-46FE-8AE1-C79C624F539C}" type="pres">
      <dgm:prSet presAssocID="{DF290614-9B4D-4DA6-A85C-B02915096AD8}" presName="bigChev" presStyleLbl="node1" presStyleIdx="1" presStyleCnt="4"/>
      <dgm:spPr/>
    </dgm:pt>
    <dgm:pt modelId="{96C2E736-D1FD-4841-8FC5-C5513CB056D3}" type="pres">
      <dgm:prSet presAssocID="{DE794264-54DD-4BC7-A726-19F51E2213E6}" presName="parTrans" presStyleCnt="0"/>
      <dgm:spPr/>
    </dgm:pt>
    <dgm:pt modelId="{4F077616-8BDC-4A62-9A13-55B95DEC6FB6}" type="pres">
      <dgm:prSet presAssocID="{38EB168C-1C70-48EC-B088-1385540CAA92}" presName="node" presStyleLbl="alignAccFollowNode1" presStyleIdx="1" presStyleCnt="4">
        <dgm:presLayoutVars>
          <dgm:bulletEnabled val="1"/>
        </dgm:presLayoutVars>
      </dgm:prSet>
      <dgm:spPr/>
    </dgm:pt>
    <dgm:pt modelId="{3BA67C84-B201-483B-B381-69374485B5E6}" type="pres">
      <dgm:prSet presAssocID="{DF290614-9B4D-4DA6-A85C-B02915096AD8}" presName="vSp" presStyleCnt="0"/>
      <dgm:spPr/>
    </dgm:pt>
    <dgm:pt modelId="{EA8D364D-61CD-476B-9D4E-E2B7D86EBA2E}" type="pres">
      <dgm:prSet presAssocID="{53C46022-4FCE-4C5C-AEAF-2F33BBC71DEF}" presName="horFlow" presStyleCnt="0"/>
      <dgm:spPr/>
    </dgm:pt>
    <dgm:pt modelId="{4AFF304D-BFD7-41FF-B18C-24AD4EFA73A2}" type="pres">
      <dgm:prSet presAssocID="{53C46022-4FCE-4C5C-AEAF-2F33BBC71DEF}" presName="bigChev" presStyleLbl="node1" presStyleIdx="2" presStyleCnt="4"/>
      <dgm:spPr/>
    </dgm:pt>
    <dgm:pt modelId="{92C947A5-E646-4AA0-97C4-D8F2DD9A25DD}" type="pres">
      <dgm:prSet presAssocID="{6C469CAB-2436-4A21-9E63-822AF1A5CF03}" presName="parTrans" presStyleCnt="0"/>
      <dgm:spPr/>
    </dgm:pt>
    <dgm:pt modelId="{EF271A90-362B-4D1A-B5B5-074264EC45AE}" type="pres">
      <dgm:prSet presAssocID="{2B86ECB8-6BFF-4212-9CBD-2346BBC91400}" presName="node" presStyleLbl="alignAccFollowNode1" presStyleIdx="2" presStyleCnt="4">
        <dgm:presLayoutVars>
          <dgm:bulletEnabled val="1"/>
        </dgm:presLayoutVars>
      </dgm:prSet>
      <dgm:spPr/>
    </dgm:pt>
    <dgm:pt modelId="{0128FBE6-AD52-42DF-9E38-B1F6F995A1DA}" type="pres">
      <dgm:prSet presAssocID="{53C46022-4FCE-4C5C-AEAF-2F33BBC71DEF}" presName="vSp" presStyleCnt="0"/>
      <dgm:spPr/>
    </dgm:pt>
    <dgm:pt modelId="{D162589D-93A3-4020-83BB-B5D9B577BCA2}" type="pres">
      <dgm:prSet presAssocID="{6A4287A8-6075-409B-A17E-2BCAFD9E34BE}" presName="horFlow" presStyleCnt="0"/>
      <dgm:spPr/>
    </dgm:pt>
    <dgm:pt modelId="{6356A5FB-502C-4FC7-8EC9-74E670DAB07F}" type="pres">
      <dgm:prSet presAssocID="{6A4287A8-6075-409B-A17E-2BCAFD9E34BE}" presName="bigChev" presStyleLbl="node1" presStyleIdx="3" presStyleCnt="4"/>
      <dgm:spPr/>
    </dgm:pt>
    <dgm:pt modelId="{4493F469-F3EC-4E6A-BAEB-F0DD73591225}" type="pres">
      <dgm:prSet presAssocID="{A51A16C8-6A92-4E3E-A3B7-AC9DCD7C94C5}" presName="parTrans" presStyleCnt="0"/>
      <dgm:spPr/>
    </dgm:pt>
    <dgm:pt modelId="{1F80FEE7-BAE5-4064-A2FA-B2872852BDE5}" type="pres">
      <dgm:prSet presAssocID="{C42E9002-214A-4DD6-B17F-37AD1A82A3F3}" presName="node" presStyleLbl="alignAccFollowNode1" presStyleIdx="3" presStyleCnt="4">
        <dgm:presLayoutVars>
          <dgm:bulletEnabled val="1"/>
        </dgm:presLayoutVars>
      </dgm:prSet>
      <dgm:spPr/>
    </dgm:pt>
  </dgm:ptLst>
  <dgm:cxnLst>
    <dgm:cxn modelId="{1A838022-0FFE-4361-A011-03DB563E5F19}" srcId="{6A4287A8-6075-409B-A17E-2BCAFD9E34BE}" destId="{C42E9002-214A-4DD6-B17F-37AD1A82A3F3}" srcOrd="0" destOrd="0" parTransId="{A51A16C8-6A92-4E3E-A3B7-AC9DCD7C94C5}" sibTransId="{5C45535F-093A-49B1-87CB-889360CBF6A6}"/>
    <dgm:cxn modelId="{75F1DF29-D1B6-4AE4-AC79-9D2795A3B945}" type="presOf" srcId="{38EB168C-1C70-48EC-B088-1385540CAA92}" destId="{4F077616-8BDC-4A62-9A13-55B95DEC6FB6}" srcOrd="0" destOrd="0" presId="urn:microsoft.com/office/officeart/2005/8/layout/lProcess3"/>
    <dgm:cxn modelId="{2A7DC131-11D0-4FBE-9774-910F025FE0E4}" type="presOf" srcId="{0BEDB5F6-B29C-432A-A824-D326FA1A8FA4}" destId="{05889462-E21B-4141-A6B9-25238B840916}" srcOrd="0" destOrd="0" presId="urn:microsoft.com/office/officeart/2005/8/layout/lProcess3"/>
    <dgm:cxn modelId="{E0AA3B32-4A7D-484D-90B7-704E7F8430F9}" srcId="{53C46022-4FCE-4C5C-AEAF-2F33BBC71DEF}" destId="{2B86ECB8-6BFF-4212-9CBD-2346BBC91400}" srcOrd="0" destOrd="0" parTransId="{6C469CAB-2436-4A21-9E63-822AF1A5CF03}" sibTransId="{2A9FD606-7A80-450F-A403-4A4F88C1CA19}"/>
    <dgm:cxn modelId="{97B9BD3A-6686-4EC6-ACEF-8222D3A3694A}" type="presOf" srcId="{C42E9002-214A-4DD6-B17F-37AD1A82A3F3}" destId="{1F80FEE7-BAE5-4064-A2FA-B2872852BDE5}" srcOrd="0" destOrd="0" presId="urn:microsoft.com/office/officeart/2005/8/layout/lProcess3"/>
    <dgm:cxn modelId="{48B3F745-DDDE-460B-BF38-60BE22E6A293}" srcId="{DF290614-9B4D-4DA6-A85C-B02915096AD8}" destId="{38EB168C-1C70-48EC-B088-1385540CAA92}" srcOrd="0" destOrd="0" parTransId="{DE794264-54DD-4BC7-A726-19F51E2213E6}" sibTransId="{AD40FFC8-743C-4DCB-88DE-4F4C41E112B9}"/>
    <dgm:cxn modelId="{7A824957-1F78-41D0-9A9A-0FF55849957B}" type="presOf" srcId="{A63629DA-BB1C-41D2-913B-C4AED2047E7F}" destId="{8FC97345-DD36-49E9-B416-CD6CDEC69589}" srcOrd="0" destOrd="0" presId="urn:microsoft.com/office/officeart/2005/8/layout/lProcess3"/>
    <dgm:cxn modelId="{DCF49496-AB8E-4455-872A-C920CA5C2B17}" srcId="{A63629DA-BB1C-41D2-913B-C4AED2047E7F}" destId="{53C46022-4FCE-4C5C-AEAF-2F33BBC71DEF}" srcOrd="2" destOrd="0" parTransId="{A3249014-FB4A-4618-BC75-D6FCDE8049B0}" sibTransId="{A52C1661-BD34-4821-8C4D-C4938ABEA36A}"/>
    <dgm:cxn modelId="{8C4C629B-E3B1-4E3D-8C69-6B3825D20DAE}" type="presOf" srcId="{4B4960B8-28A5-44AE-BC57-45801513ADFE}" destId="{988E9A22-149C-4253-A7A8-4A9A5134443B}" srcOrd="0" destOrd="0" presId="urn:microsoft.com/office/officeart/2005/8/layout/lProcess3"/>
    <dgm:cxn modelId="{315D58A5-5C9F-4AAE-94F3-B4A74763EF58}" type="presOf" srcId="{DF290614-9B4D-4DA6-A85C-B02915096AD8}" destId="{D07635C9-BD96-46FE-8AE1-C79C624F539C}" srcOrd="0" destOrd="0" presId="urn:microsoft.com/office/officeart/2005/8/layout/lProcess3"/>
    <dgm:cxn modelId="{E4DE18B3-7DCB-4587-9B87-D99132AA9CCC}" type="presOf" srcId="{6A4287A8-6075-409B-A17E-2BCAFD9E34BE}" destId="{6356A5FB-502C-4FC7-8EC9-74E670DAB07F}" srcOrd="0" destOrd="0" presId="urn:microsoft.com/office/officeart/2005/8/layout/lProcess3"/>
    <dgm:cxn modelId="{62306CB4-3FF8-4928-84C2-34954DFAD96B}" srcId="{A63629DA-BB1C-41D2-913B-C4AED2047E7F}" destId="{4B4960B8-28A5-44AE-BC57-45801513ADFE}" srcOrd="0" destOrd="0" parTransId="{320823F0-D3D5-4799-AC5B-34810C3A99AD}" sibTransId="{9BCF1252-5D2E-461E-9E46-AB7C4A47A53D}"/>
    <dgm:cxn modelId="{4BFFE7C2-054F-4BB4-AF77-1C57DDF9000F}" srcId="{A63629DA-BB1C-41D2-913B-C4AED2047E7F}" destId="{6A4287A8-6075-409B-A17E-2BCAFD9E34BE}" srcOrd="3" destOrd="0" parTransId="{3557D358-838B-49C9-A01A-08022E873BA4}" sibTransId="{0199CCEC-A11B-4373-A454-3BEDFF2F3516}"/>
    <dgm:cxn modelId="{5C930DC6-6D62-46F2-A71D-E4AC353EE8BB}" type="presOf" srcId="{53C46022-4FCE-4C5C-AEAF-2F33BBC71DEF}" destId="{4AFF304D-BFD7-41FF-B18C-24AD4EFA73A2}" srcOrd="0" destOrd="0" presId="urn:microsoft.com/office/officeart/2005/8/layout/lProcess3"/>
    <dgm:cxn modelId="{9A9E5CC9-E2FE-4171-8DEA-9E1D6B4B819D}" srcId="{4B4960B8-28A5-44AE-BC57-45801513ADFE}" destId="{0BEDB5F6-B29C-432A-A824-D326FA1A8FA4}" srcOrd="0" destOrd="0" parTransId="{46D25F0F-522D-4586-8F31-7C1EAA24BD13}" sibTransId="{E694F901-1E41-4429-8A77-4179B6B2E27E}"/>
    <dgm:cxn modelId="{0CC818D1-A9F1-4647-B751-CC9D15B0D551}" type="presOf" srcId="{2B86ECB8-6BFF-4212-9CBD-2346BBC91400}" destId="{EF271A90-362B-4D1A-B5B5-074264EC45AE}" srcOrd="0" destOrd="0" presId="urn:microsoft.com/office/officeart/2005/8/layout/lProcess3"/>
    <dgm:cxn modelId="{3BE7B7E5-2682-40B1-AFBF-2C4724DD0E9C}" srcId="{A63629DA-BB1C-41D2-913B-C4AED2047E7F}" destId="{DF290614-9B4D-4DA6-A85C-B02915096AD8}" srcOrd="1" destOrd="0" parTransId="{660BD727-76E9-4883-9C10-3ECBCBC583C2}" sibTransId="{2A02C0DF-0D24-43A7-8333-4AFE1F19D89E}"/>
    <dgm:cxn modelId="{3A9FF467-46FE-4CB1-981F-326E526C5290}" type="presParOf" srcId="{8FC97345-DD36-49E9-B416-CD6CDEC69589}" destId="{2276BB54-1749-40DB-BCE9-8E738E71D519}" srcOrd="0" destOrd="0" presId="urn:microsoft.com/office/officeart/2005/8/layout/lProcess3"/>
    <dgm:cxn modelId="{27825ACC-C886-4C96-94EE-3E34A304899F}" type="presParOf" srcId="{2276BB54-1749-40DB-BCE9-8E738E71D519}" destId="{988E9A22-149C-4253-A7A8-4A9A5134443B}" srcOrd="0" destOrd="0" presId="urn:microsoft.com/office/officeart/2005/8/layout/lProcess3"/>
    <dgm:cxn modelId="{3862C55B-1773-44FC-A99B-4EC02962D93E}" type="presParOf" srcId="{2276BB54-1749-40DB-BCE9-8E738E71D519}" destId="{9A8AD687-B2BE-43B3-8D60-4A011B2F0633}" srcOrd="1" destOrd="0" presId="urn:microsoft.com/office/officeart/2005/8/layout/lProcess3"/>
    <dgm:cxn modelId="{014E77CD-C39A-426A-B62E-4870D95350F5}" type="presParOf" srcId="{2276BB54-1749-40DB-BCE9-8E738E71D519}" destId="{05889462-E21B-4141-A6B9-25238B840916}" srcOrd="2" destOrd="0" presId="urn:microsoft.com/office/officeart/2005/8/layout/lProcess3"/>
    <dgm:cxn modelId="{44A4FCAC-3AD6-40AF-92C3-A2A3D0CE3D2A}" type="presParOf" srcId="{8FC97345-DD36-49E9-B416-CD6CDEC69589}" destId="{F3CEA476-AAF2-4278-8B69-2DC9F82F8E6B}" srcOrd="1" destOrd="0" presId="urn:microsoft.com/office/officeart/2005/8/layout/lProcess3"/>
    <dgm:cxn modelId="{71921B45-ED0F-436F-9F56-7D4F8745805D}" type="presParOf" srcId="{8FC97345-DD36-49E9-B416-CD6CDEC69589}" destId="{5C3617B0-D50A-49FB-8465-49F113158415}" srcOrd="2" destOrd="0" presId="urn:microsoft.com/office/officeart/2005/8/layout/lProcess3"/>
    <dgm:cxn modelId="{43E20092-9F78-4E57-9CC5-DEE03680186E}" type="presParOf" srcId="{5C3617B0-D50A-49FB-8465-49F113158415}" destId="{D07635C9-BD96-46FE-8AE1-C79C624F539C}" srcOrd="0" destOrd="0" presId="urn:microsoft.com/office/officeart/2005/8/layout/lProcess3"/>
    <dgm:cxn modelId="{DEA571A8-F159-43F6-A0BC-B265E8CFAFCD}" type="presParOf" srcId="{5C3617B0-D50A-49FB-8465-49F113158415}" destId="{96C2E736-D1FD-4841-8FC5-C5513CB056D3}" srcOrd="1" destOrd="0" presId="urn:microsoft.com/office/officeart/2005/8/layout/lProcess3"/>
    <dgm:cxn modelId="{144C4BAD-692B-4F3A-8998-CD93619CC79B}" type="presParOf" srcId="{5C3617B0-D50A-49FB-8465-49F113158415}" destId="{4F077616-8BDC-4A62-9A13-55B95DEC6FB6}" srcOrd="2" destOrd="0" presId="urn:microsoft.com/office/officeart/2005/8/layout/lProcess3"/>
    <dgm:cxn modelId="{034E8972-10E1-4E20-AC80-25F3FE5B8233}" type="presParOf" srcId="{8FC97345-DD36-49E9-B416-CD6CDEC69589}" destId="{3BA67C84-B201-483B-B381-69374485B5E6}" srcOrd="3" destOrd="0" presId="urn:microsoft.com/office/officeart/2005/8/layout/lProcess3"/>
    <dgm:cxn modelId="{4EC3B78B-82A7-42E2-A9E8-6281AF9B1B7C}" type="presParOf" srcId="{8FC97345-DD36-49E9-B416-CD6CDEC69589}" destId="{EA8D364D-61CD-476B-9D4E-E2B7D86EBA2E}" srcOrd="4" destOrd="0" presId="urn:microsoft.com/office/officeart/2005/8/layout/lProcess3"/>
    <dgm:cxn modelId="{B7CBC537-894C-4A39-920B-04E9B887D3ED}" type="presParOf" srcId="{EA8D364D-61CD-476B-9D4E-E2B7D86EBA2E}" destId="{4AFF304D-BFD7-41FF-B18C-24AD4EFA73A2}" srcOrd="0" destOrd="0" presId="urn:microsoft.com/office/officeart/2005/8/layout/lProcess3"/>
    <dgm:cxn modelId="{3FDC7ABB-E604-4759-B2B6-D86E3D2B2CE1}" type="presParOf" srcId="{EA8D364D-61CD-476B-9D4E-E2B7D86EBA2E}" destId="{92C947A5-E646-4AA0-97C4-D8F2DD9A25DD}" srcOrd="1" destOrd="0" presId="urn:microsoft.com/office/officeart/2005/8/layout/lProcess3"/>
    <dgm:cxn modelId="{3C76B1E0-8884-4929-9587-7A0CD28D8367}" type="presParOf" srcId="{EA8D364D-61CD-476B-9D4E-E2B7D86EBA2E}" destId="{EF271A90-362B-4D1A-B5B5-074264EC45AE}" srcOrd="2" destOrd="0" presId="urn:microsoft.com/office/officeart/2005/8/layout/lProcess3"/>
    <dgm:cxn modelId="{5C007E61-BB68-4486-81F8-73B3F8A1F71F}" type="presParOf" srcId="{8FC97345-DD36-49E9-B416-CD6CDEC69589}" destId="{0128FBE6-AD52-42DF-9E38-B1F6F995A1DA}" srcOrd="5" destOrd="0" presId="urn:microsoft.com/office/officeart/2005/8/layout/lProcess3"/>
    <dgm:cxn modelId="{2436AEEC-26C0-41A0-9106-1C93055827B8}" type="presParOf" srcId="{8FC97345-DD36-49E9-B416-CD6CDEC69589}" destId="{D162589D-93A3-4020-83BB-B5D9B577BCA2}" srcOrd="6" destOrd="0" presId="urn:microsoft.com/office/officeart/2005/8/layout/lProcess3"/>
    <dgm:cxn modelId="{14865B96-9F6E-47A3-A153-13717FCE00C0}" type="presParOf" srcId="{D162589D-93A3-4020-83BB-B5D9B577BCA2}" destId="{6356A5FB-502C-4FC7-8EC9-74E670DAB07F}" srcOrd="0" destOrd="0" presId="urn:microsoft.com/office/officeart/2005/8/layout/lProcess3"/>
    <dgm:cxn modelId="{44D4BDB7-001D-40A8-BC62-17D3654A2C3F}" type="presParOf" srcId="{D162589D-93A3-4020-83BB-B5D9B577BCA2}" destId="{4493F469-F3EC-4E6A-BAEB-F0DD73591225}" srcOrd="1" destOrd="0" presId="urn:microsoft.com/office/officeart/2005/8/layout/lProcess3"/>
    <dgm:cxn modelId="{B938CDCE-975A-4F3C-9358-E6F40221D70A}" type="presParOf" srcId="{D162589D-93A3-4020-83BB-B5D9B577BCA2}" destId="{1F80FEE7-BAE5-4064-A2FA-B2872852BDE5}" srcOrd="2" destOrd="0" presId="urn:microsoft.com/office/officeart/2005/8/layout/lProcess3"/>
  </dgm:cxnLst>
  <dgm:bg>
    <a:solidFill>
      <a:srgbClr val="F0F0F0">
        <a:alpha val="0"/>
      </a:srgbClr>
    </a:solidFill>
  </dgm:bg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A63629DA-BB1C-41D2-913B-C4AED2047E7F}" type="doc">
      <dgm:prSet loTypeId="urn:microsoft.com/office/officeart/2005/8/layout/lProcess3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4B4960B8-28A5-44AE-BC57-45801513ADFE}">
      <dgm:prSet phldrT="[Texto]"/>
      <dgm:spPr/>
      <dgm:t>
        <a:bodyPr/>
        <a:lstStyle/>
        <a:p>
          <a:r>
            <a:rPr lang="es-MX" b="1" dirty="0"/>
            <a:t>90385801 OSMOLARIDAD CALCULADA EN ORINA</a:t>
          </a:r>
          <a:endParaRPr lang="es-CO" b="1" dirty="0"/>
        </a:p>
      </dgm:t>
    </dgm:pt>
    <dgm:pt modelId="{320823F0-D3D5-4799-AC5B-34810C3A99AD}" type="parTrans" cxnId="{62306CB4-3FF8-4928-84C2-34954DFAD96B}">
      <dgm:prSet/>
      <dgm:spPr/>
      <dgm:t>
        <a:bodyPr/>
        <a:lstStyle/>
        <a:p>
          <a:endParaRPr lang="es-CO"/>
        </a:p>
      </dgm:t>
    </dgm:pt>
    <dgm:pt modelId="{9BCF1252-5D2E-461E-9E46-AB7C4A47A53D}" type="sibTrans" cxnId="{62306CB4-3FF8-4928-84C2-34954DFAD96B}">
      <dgm:prSet/>
      <dgm:spPr/>
      <dgm:t>
        <a:bodyPr/>
        <a:lstStyle/>
        <a:p>
          <a:endParaRPr lang="es-CO"/>
        </a:p>
      </dgm:t>
    </dgm:pt>
    <dgm:pt modelId="{DF290614-9B4D-4DA6-A85C-B02915096AD8}">
      <dgm:prSet phldrT="[Texto]"/>
      <dgm:spPr/>
      <dgm:t>
        <a:bodyPr/>
        <a:lstStyle/>
        <a:p>
          <a:r>
            <a:rPr lang="es-MX" b="1" dirty="0"/>
            <a:t>903858 OSMOLARIDAD CALCULADA EN SANGRE</a:t>
          </a:r>
        </a:p>
      </dgm:t>
    </dgm:pt>
    <dgm:pt modelId="{660BD727-76E9-4883-9C10-3ECBCBC583C2}" type="parTrans" cxnId="{3BE7B7E5-2682-40B1-AFBF-2C4724DD0E9C}">
      <dgm:prSet/>
      <dgm:spPr/>
      <dgm:t>
        <a:bodyPr/>
        <a:lstStyle/>
        <a:p>
          <a:endParaRPr lang="es-CO"/>
        </a:p>
      </dgm:t>
    </dgm:pt>
    <dgm:pt modelId="{2A02C0DF-0D24-43A7-8333-4AFE1F19D89E}" type="sibTrans" cxnId="{3BE7B7E5-2682-40B1-AFBF-2C4724DD0E9C}">
      <dgm:prSet/>
      <dgm:spPr/>
      <dgm:t>
        <a:bodyPr/>
        <a:lstStyle/>
        <a:p>
          <a:endParaRPr lang="es-CO"/>
        </a:p>
      </dgm:t>
    </dgm:pt>
    <dgm:pt modelId="{53C46022-4FCE-4C5C-AEAF-2F33BBC71DEF}">
      <dgm:prSet phldrT="[Texto]"/>
      <dgm:spPr/>
      <dgm:t>
        <a:bodyPr/>
        <a:lstStyle/>
        <a:p>
          <a:r>
            <a:rPr lang="es-MX" b="1" dirty="0"/>
            <a:t>904806  CORTISOL DOS MUESTRAS AM - PM</a:t>
          </a:r>
          <a:endParaRPr lang="es-CO" b="1" dirty="0"/>
        </a:p>
      </dgm:t>
    </dgm:pt>
    <dgm:pt modelId="{A3249014-FB4A-4618-BC75-D6FCDE8049B0}" type="parTrans" cxnId="{DCF49496-AB8E-4455-872A-C920CA5C2B17}">
      <dgm:prSet/>
      <dgm:spPr/>
      <dgm:t>
        <a:bodyPr/>
        <a:lstStyle/>
        <a:p>
          <a:endParaRPr lang="es-CO"/>
        </a:p>
      </dgm:t>
    </dgm:pt>
    <dgm:pt modelId="{A52C1661-BD34-4821-8C4D-C4938ABEA36A}" type="sibTrans" cxnId="{DCF49496-AB8E-4455-872A-C920CA5C2B17}">
      <dgm:prSet/>
      <dgm:spPr/>
      <dgm:t>
        <a:bodyPr/>
        <a:lstStyle/>
        <a:p>
          <a:endParaRPr lang="es-CO"/>
        </a:p>
      </dgm:t>
    </dgm:pt>
    <dgm:pt modelId="{0BEDB5F6-B29C-432A-A824-D326FA1A8FA4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 EN ORINA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46D25F0F-522D-4586-8F31-7C1EAA24BD13}" type="parTrans" cxnId="{9A9E5CC9-E2FE-4171-8DEA-9E1D6B4B819D}">
      <dgm:prSet/>
      <dgm:spPr/>
      <dgm:t>
        <a:bodyPr/>
        <a:lstStyle/>
        <a:p>
          <a:endParaRPr lang="es-CO"/>
        </a:p>
      </dgm:t>
    </dgm:pt>
    <dgm:pt modelId="{E694F901-1E41-4429-8A77-4179B6B2E27E}" type="sibTrans" cxnId="{9A9E5CC9-E2FE-4171-8DEA-9E1D6B4B819D}">
      <dgm:prSet/>
      <dgm:spPr/>
      <dgm:t>
        <a:bodyPr/>
        <a:lstStyle/>
        <a:p>
          <a:endParaRPr lang="es-CO"/>
        </a:p>
      </dgm:t>
    </dgm:pt>
    <dgm:pt modelId="{38EB168C-1C70-48EC-B088-1385540CAA92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GLUCOSA EN SUERO </a:t>
          </a:r>
          <a:endParaRPr lang="es-CO" sz="1400" dirty="0">
            <a:solidFill>
              <a:schemeClr val="accent3"/>
            </a:solidFill>
          </a:endParaRPr>
        </a:p>
      </dgm:t>
    </dgm:pt>
    <dgm:pt modelId="{DE794264-54DD-4BC7-A726-19F51E2213E6}" type="parTrans" cxnId="{48B3F745-DDDE-460B-BF38-60BE22E6A293}">
      <dgm:prSet/>
      <dgm:spPr/>
      <dgm:t>
        <a:bodyPr/>
        <a:lstStyle/>
        <a:p>
          <a:endParaRPr lang="es-CO"/>
        </a:p>
      </dgm:t>
    </dgm:pt>
    <dgm:pt modelId="{AD40FFC8-743C-4DCB-88DE-4F4C41E112B9}" type="sibTrans" cxnId="{48B3F745-DDDE-460B-BF38-60BE22E6A293}">
      <dgm:prSet/>
      <dgm:spPr/>
      <dgm:t>
        <a:bodyPr/>
        <a:lstStyle/>
        <a:p>
          <a:endParaRPr lang="es-CO"/>
        </a:p>
      </dgm:t>
    </dgm:pt>
    <dgm:pt modelId="{2B86ECB8-6BFF-4212-9CBD-2346BBC91400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CORTISOL AM</a:t>
          </a:r>
          <a:endParaRPr lang="es-CO" sz="1400" dirty="0">
            <a:solidFill>
              <a:schemeClr val="accent1"/>
            </a:solidFill>
          </a:endParaRPr>
        </a:p>
      </dgm:t>
    </dgm:pt>
    <dgm:pt modelId="{6C469CAB-2436-4A21-9E63-822AF1A5CF03}" type="parTrans" cxnId="{E0AA3B32-4A7D-484D-90B7-704E7F8430F9}">
      <dgm:prSet/>
      <dgm:spPr/>
      <dgm:t>
        <a:bodyPr/>
        <a:lstStyle/>
        <a:p>
          <a:endParaRPr lang="es-CO"/>
        </a:p>
      </dgm:t>
    </dgm:pt>
    <dgm:pt modelId="{2A9FD606-7A80-450F-A403-4A4F88C1CA19}" type="sibTrans" cxnId="{E0AA3B32-4A7D-484D-90B7-704E7F8430F9}">
      <dgm:prSet/>
      <dgm:spPr/>
      <dgm:t>
        <a:bodyPr/>
        <a:lstStyle/>
        <a:p>
          <a:endParaRPr lang="es-CO"/>
        </a:p>
      </dgm:t>
    </dgm:pt>
    <dgm:pt modelId="{63B6857A-1A35-4B1E-A3A1-B9822444D77C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NITRÓGENO UREICO  </a:t>
          </a:r>
          <a:endParaRPr lang="es-CO" sz="1400" dirty="0">
            <a:solidFill>
              <a:schemeClr val="accent3"/>
            </a:solidFill>
          </a:endParaRPr>
        </a:p>
      </dgm:t>
    </dgm:pt>
    <dgm:pt modelId="{9D846D7E-6631-4D6D-AA70-99BA7E5A231D}" type="parTrans" cxnId="{A41E30E6-5B4B-4798-8E77-B5D0485F30CF}">
      <dgm:prSet/>
      <dgm:spPr/>
      <dgm:t>
        <a:bodyPr/>
        <a:lstStyle/>
        <a:p>
          <a:endParaRPr lang="es-CO"/>
        </a:p>
      </dgm:t>
    </dgm:pt>
    <dgm:pt modelId="{F982E965-79EC-4D08-B562-49AB9F7699A8}" type="sibTrans" cxnId="{A41E30E6-5B4B-4798-8E77-B5D0485F30CF}">
      <dgm:prSet/>
      <dgm:spPr/>
      <dgm:t>
        <a:bodyPr/>
        <a:lstStyle/>
        <a:p>
          <a:endParaRPr lang="es-CO"/>
        </a:p>
      </dgm:t>
    </dgm:pt>
    <dgm:pt modelId="{107AA0CF-E75D-4507-80EA-2D98E5D8620C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CORTISOL PM</a:t>
          </a:r>
          <a:endParaRPr lang="es-CO" sz="1400" dirty="0">
            <a:solidFill>
              <a:schemeClr val="accent1"/>
            </a:solidFill>
          </a:endParaRPr>
        </a:p>
      </dgm:t>
    </dgm:pt>
    <dgm:pt modelId="{E7B46254-7BF3-420E-8EBD-567A92A49110}" type="parTrans" cxnId="{76461D24-C9CB-427F-8D91-87CE117BA69E}">
      <dgm:prSet/>
      <dgm:spPr/>
      <dgm:t>
        <a:bodyPr/>
        <a:lstStyle/>
        <a:p>
          <a:endParaRPr lang="es-CO"/>
        </a:p>
      </dgm:t>
    </dgm:pt>
    <dgm:pt modelId="{FAF93014-DAC8-4CCE-89E3-D1BFCFBFCCDC}" type="sibTrans" cxnId="{76461D24-C9CB-427F-8D91-87CE117BA69E}">
      <dgm:prSet/>
      <dgm:spPr/>
      <dgm:t>
        <a:bodyPr/>
        <a:lstStyle/>
        <a:p>
          <a:endParaRPr lang="es-CO"/>
        </a:p>
      </dgm:t>
    </dgm:pt>
    <dgm:pt modelId="{CB6530B9-8C52-4F33-807A-EFF94C7F1CBA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SM ANTICUERPOS</a:t>
          </a:r>
          <a:endParaRPr lang="es-CO" sz="1400" dirty="0">
            <a:solidFill>
              <a:schemeClr val="accent1"/>
            </a:solidFill>
          </a:endParaRPr>
        </a:p>
      </dgm:t>
    </dgm:pt>
    <dgm:pt modelId="{66E8B4BC-5833-439B-9809-0236A8DCA69C}" type="parTrans" cxnId="{6097DE9D-9493-4910-91BB-8E5F87FBA6CB}">
      <dgm:prSet/>
      <dgm:spPr/>
      <dgm:t>
        <a:bodyPr/>
        <a:lstStyle/>
        <a:p>
          <a:endParaRPr lang="es-CO"/>
        </a:p>
      </dgm:t>
    </dgm:pt>
    <dgm:pt modelId="{A4723AE1-80C8-4396-A832-040A7DF942AC}" type="sibTrans" cxnId="{6097DE9D-9493-4910-91BB-8E5F87FBA6CB}">
      <dgm:prSet/>
      <dgm:spPr/>
      <dgm:t>
        <a:bodyPr/>
        <a:lstStyle/>
        <a:p>
          <a:endParaRPr lang="es-CO"/>
        </a:p>
      </dgm:t>
    </dgm:pt>
    <dgm:pt modelId="{6A4287A8-6075-409B-A17E-2BCAFD9E34BE}">
      <dgm:prSet phldrT="[Texto]" custT="1"/>
      <dgm:spPr/>
      <dgm:t>
        <a:bodyPr/>
        <a:lstStyle/>
        <a:p>
          <a:r>
            <a:rPr lang="es-MX" sz="1600" b="1" dirty="0"/>
            <a:t>906406  ENAS</a:t>
          </a:r>
          <a:endParaRPr lang="es-CO" sz="1600" b="1" dirty="0"/>
        </a:p>
      </dgm:t>
    </dgm:pt>
    <dgm:pt modelId="{3557D358-838B-49C9-A01A-08022E873BA4}" type="parTrans" cxnId="{4BFFE7C2-054F-4BB4-AF77-1C57DDF9000F}">
      <dgm:prSet/>
      <dgm:spPr/>
      <dgm:t>
        <a:bodyPr/>
        <a:lstStyle/>
        <a:p>
          <a:endParaRPr lang="es-CO"/>
        </a:p>
      </dgm:t>
    </dgm:pt>
    <dgm:pt modelId="{0199CCEC-A11B-4373-A454-3BEDFF2F3516}" type="sibTrans" cxnId="{4BFFE7C2-054F-4BB4-AF77-1C57DDF9000F}">
      <dgm:prSet/>
      <dgm:spPr/>
      <dgm:t>
        <a:bodyPr/>
        <a:lstStyle/>
        <a:p>
          <a:endParaRPr lang="es-CO"/>
        </a:p>
      </dgm:t>
    </dgm:pt>
    <dgm:pt modelId="{C42E9002-214A-4DD6-B17F-37AD1A82A3F3}">
      <dgm:prSet phldrT="[Texto]" custT="1"/>
      <dgm:spPr/>
      <dgm:t>
        <a:bodyPr/>
        <a:lstStyle/>
        <a:p>
          <a:r>
            <a:rPr lang="es-CO" sz="1200" kern="1200" dirty="0">
              <a:solidFill>
                <a:schemeClr val="accent5"/>
              </a:solidFill>
            </a:rPr>
            <a:t> SSA RO ANTICUERPOS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gm:t>
    </dgm:pt>
    <dgm:pt modelId="{A51A16C8-6A92-4E3E-A3B7-AC9DCD7C94C5}" type="parTrans" cxnId="{1A838022-0FFE-4361-A011-03DB563E5F19}">
      <dgm:prSet/>
      <dgm:spPr/>
      <dgm:t>
        <a:bodyPr/>
        <a:lstStyle/>
        <a:p>
          <a:endParaRPr lang="es-CO"/>
        </a:p>
      </dgm:t>
    </dgm:pt>
    <dgm:pt modelId="{5C45535F-093A-49B1-87CB-889360CBF6A6}" type="sibTrans" cxnId="{1A838022-0FFE-4361-A011-03DB563E5F19}">
      <dgm:prSet/>
      <dgm:spPr/>
      <dgm:t>
        <a:bodyPr/>
        <a:lstStyle/>
        <a:p>
          <a:endParaRPr lang="es-CO"/>
        </a:p>
      </dgm:t>
    </dgm:pt>
    <dgm:pt modelId="{4E5F9556-0155-40E6-8AFD-734F5BBCB437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SSB LA ANTICUERPOS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gm:t>
    </dgm:pt>
    <dgm:pt modelId="{1A22F978-0FCB-4842-BFE5-007EC3C949B1}" type="parTrans" cxnId="{905645FC-2DFA-4587-A586-F78F1B3F8BF1}">
      <dgm:prSet/>
      <dgm:spPr/>
      <dgm:t>
        <a:bodyPr/>
        <a:lstStyle/>
        <a:p>
          <a:endParaRPr lang="es-CO"/>
        </a:p>
      </dgm:t>
    </dgm:pt>
    <dgm:pt modelId="{24E15838-C5A6-43AF-A39D-41E31926F6C3}" type="sibTrans" cxnId="{905645FC-2DFA-4587-A586-F78F1B3F8BF1}">
      <dgm:prSet/>
      <dgm:spPr/>
      <dgm:t>
        <a:bodyPr/>
        <a:lstStyle/>
        <a:p>
          <a:endParaRPr lang="es-CO"/>
        </a:p>
      </dgm:t>
    </dgm:pt>
    <dgm:pt modelId="{48E8F5AD-3976-4365-B66A-FA409B477067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POTASIO EN ORINA 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AF3273CB-F45F-4186-933A-319289294776}" type="parTrans" cxnId="{DEC467FA-5093-4BB0-A4B1-4AF49C5D1B1F}">
      <dgm:prSet/>
      <dgm:spPr/>
      <dgm:t>
        <a:bodyPr/>
        <a:lstStyle/>
        <a:p>
          <a:endParaRPr lang="es-CO"/>
        </a:p>
      </dgm:t>
    </dgm:pt>
    <dgm:pt modelId="{413F5971-9F83-415D-BE0C-40D4C0BDAE45}" type="sibTrans" cxnId="{DEC467FA-5093-4BB0-A4B1-4AF49C5D1B1F}">
      <dgm:prSet/>
      <dgm:spPr/>
      <dgm:t>
        <a:bodyPr/>
        <a:lstStyle/>
        <a:p>
          <a:endParaRPr lang="es-CO"/>
        </a:p>
      </dgm:t>
    </dgm:pt>
    <dgm:pt modelId="{AE018C93-D99D-491E-A296-04F092481D33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NITRÓGENO UREICO EN ORINA PARCIAL</a:t>
          </a:r>
          <a:endParaRPr lang="es-CO" sz="1400" dirty="0">
            <a:solidFill>
              <a:schemeClr val="accent3"/>
            </a:solidFill>
          </a:endParaRPr>
        </a:p>
      </dgm:t>
    </dgm:pt>
    <dgm:pt modelId="{51ED94D6-1790-414C-BE81-988F9609F486}" type="parTrans" cxnId="{2CF0B7ED-99F1-41FF-BBAF-3212A2F74B8B}">
      <dgm:prSet/>
      <dgm:spPr/>
      <dgm:t>
        <a:bodyPr/>
        <a:lstStyle/>
        <a:p>
          <a:endParaRPr lang="es-CO"/>
        </a:p>
      </dgm:t>
    </dgm:pt>
    <dgm:pt modelId="{CF1F083E-3643-4306-A347-F74381E8818D}" type="sibTrans" cxnId="{2CF0B7ED-99F1-41FF-BBAF-3212A2F74B8B}">
      <dgm:prSet/>
      <dgm:spPr/>
      <dgm:t>
        <a:bodyPr/>
        <a:lstStyle/>
        <a:p>
          <a:endParaRPr lang="es-CO"/>
        </a:p>
      </dgm:t>
    </dgm:pt>
    <dgm:pt modelId="{25226183-D9AD-4AD3-A85B-850B20D640E7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SODIO EN SUERO </a:t>
          </a:r>
          <a:endParaRPr lang="es-CO" sz="1400" dirty="0">
            <a:solidFill>
              <a:schemeClr val="accent3"/>
            </a:solidFill>
          </a:endParaRPr>
        </a:p>
      </dgm:t>
    </dgm:pt>
    <dgm:pt modelId="{A4C7C911-A07C-4E43-B37F-C9637CD28B36}" type="parTrans" cxnId="{E850AB2C-F434-4B5A-A0CA-FE742F0D42EC}">
      <dgm:prSet/>
      <dgm:spPr/>
      <dgm:t>
        <a:bodyPr/>
        <a:lstStyle/>
        <a:p>
          <a:endParaRPr lang="es-CO"/>
        </a:p>
      </dgm:t>
    </dgm:pt>
    <dgm:pt modelId="{D92D2440-7BE8-4ADF-9CB1-7624F9991968}" type="sibTrans" cxnId="{E850AB2C-F434-4B5A-A0CA-FE742F0D42EC}">
      <dgm:prSet/>
      <dgm:spPr/>
      <dgm:t>
        <a:bodyPr/>
        <a:lstStyle/>
        <a:p>
          <a:endParaRPr lang="es-CO"/>
        </a:p>
      </dgm:t>
    </dgm:pt>
    <dgm:pt modelId="{D70DCDCF-BFA9-476C-916E-4785BCCCAB21}">
      <dgm:prSet phldrT="[Texto]" custT="1"/>
      <dgm:spPr>
        <a:solidFill>
          <a:srgbClr val="0F9ED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0F9ED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gm:spPr>
      <dgm:t>
        <a:bodyPr spcFirstLastPara="0" vert="horz" wrap="square" lIns="17780" tIns="8890" rIns="0" bIns="8890" numCol="1" spcCol="1270" anchor="ctr" anchorCtr="0"/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AC ANTI RNP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gm:t>
    </dgm:pt>
    <dgm:pt modelId="{F3D37337-56F3-4453-8EC9-136BAD93F71D}" type="parTrans" cxnId="{E3937F61-DF3A-40A8-9D35-408C2D788621}">
      <dgm:prSet/>
      <dgm:spPr/>
      <dgm:t>
        <a:bodyPr/>
        <a:lstStyle/>
        <a:p>
          <a:endParaRPr lang="es-CO"/>
        </a:p>
      </dgm:t>
    </dgm:pt>
    <dgm:pt modelId="{52ECD75C-4E8D-4FBA-BA46-663883700FD1}" type="sibTrans" cxnId="{E3937F61-DF3A-40A8-9D35-408C2D788621}">
      <dgm:prSet/>
      <dgm:spPr/>
      <dgm:t>
        <a:bodyPr/>
        <a:lstStyle/>
        <a:p>
          <a:endParaRPr lang="es-CO"/>
        </a:p>
      </dgm:t>
    </dgm:pt>
    <dgm:pt modelId="{8FC97345-DD36-49E9-B416-CD6CDEC69589}" type="pres">
      <dgm:prSet presAssocID="{A63629DA-BB1C-41D2-913B-C4AED2047E7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276BB54-1749-40DB-BCE9-8E738E71D519}" type="pres">
      <dgm:prSet presAssocID="{4B4960B8-28A5-44AE-BC57-45801513ADFE}" presName="horFlow" presStyleCnt="0"/>
      <dgm:spPr/>
    </dgm:pt>
    <dgm:pt modelId="{988E9A22-149C-4253-A7A8-4A9A5134443B}" type="pres">
      <dgm:prSet presAssocID="{4B4960B8-28A5-44AE-BC57-45801513ADFE}" presName="bigChev" presStyleLbl="node1" presStyleIdx="0" presStyleCnt="5"/>
      <dgm:spPr/>
    </dgm:pt>
    <dgm:pt modelId="{9A8AD687-B2BE-43B3-8D60-4A011B2F0633}" type="pres">
      <dgm:prSet presAssocID="{46D25F0F-522D-4586-8F31-7C1EAA24BD13}" presName="parTrans" presStyleCnt="0"/>
      <dgm:spPr/>
    </dgm:pt>
    <dgm:pt modelId="{05889462-E21B-4141-A6B9-25238B840916}" type="pres">
      <dgm:prSet presAssocID="{0BEDB5F6-B29C-432A-A824-D326FA1A8FA4}" presName="node" presStyleLbl="alignAccFollowNode1" presStyleIdx="0" presStyleCnt="11" custScaleY="121208">
        <dgm:presLayoutVars>
          <dgm:bulletEnabled val="1"/>
        </dgm:presLayoutVars>
      </dgm:prSet>
      <dgm:spPr/>
    </dgm:pt>
    <dgm:pt modelId="{D2BEB111-D069-4502-8148-D9EF13B40C73}" type="pres">
      <dgm:prSet presAssocID="{E694F901-1E41-4429-8A77-4179B6B2E27E}" presName="sibTrans" presStyleCnt="0"/>
      <dgm:spPr/>
    </dgm:pt>
    <dgm:pt modelId="{2ADC53D0-1F0B-414A-81D1-8747F5DD2D79}" type="pres">
      <dgm:prSet presAssocID="{48E8F5AD-3976-4365-B66A-FA409B477067}" presName="node" presStyleLbl="alignAccFollowNode1" presStyleIdx="1" presStyleCnt="11" custScaleY="117592">
        <dgm:presLayoutVars>
          <dgm:bulletEnabled val="1"/>
        </dgm:presLayoutVars>
      </dgm:prSet>
      <dgm:spPr/>
    </dgm:pt>
    <dgm:pt modelId="{F3CEA476-AAF2-4278-8B69-2DC9F82F8E6B}" type="pres">
      <dgm:prSet presAssocID="{4B4960B8-28A5-44AE-BC57-45801513ADFE}" presName="vSp" presStyleCnt="0"/>
      <dgm:spPr/>
    </dgm:pt>
    <dgm:pt modelId="{5C3617B0-D50A-49FB-8465-49F113158415}" type="pres">
      <dgm:prSet presAssocID="{DF290614-9B4D-4DA6-A85C-B02915096AD8}" presName="horFlow" presStyleCnt="0"/>
      <dgm:spPr/>
    </dgm:pt>
    <dgm:pt modelId="{D07635C9-BD96-46FE-8AE1-C79C624F539C}" type="pres">
      <dgm:prSet presAssocID="{DF290614-9B4D-4DA6-A85C-B02915096AD8}" presName="bigChev" presStyleLbl="node1" presStyleIdx="1" presStyleCnt="5"/>
      <dgm:spPr/>
    </dgm:pt>
    <dgm:pt modelId="{96C2E736-D1FD-4841-8FC5-C5513CB056D3}" type="pres">
      <dgm:prSet presAssocID="{DE794264-54DD-4BC7-A726-19F51E2213E6}" presName="parTrans" presStyleCnt="0"/>
      <dgm:spPr/>
    </dgm:pt>
    <dgm:pt modelId="{4F077616-8BDC-4A62-9A13-55B95DEC6FB6}" type="pres">
      <dgm:prSet presAssocID="{38EB168C-1C70-48EC-B088-1385540CAA92}" presName="node" presStyleLbl="alignAccFollowNode1" presStyleIdx="2" presStyleCnt="11">
        <dgm:presLayoutVars>
          <dgm:bulletEnabled val="1"/>
        </dgm:presLayoutVars>
      </dgm:prSet>
      <dgm:spPr/>
    </dgm:pt>
    <dgm:pt modelId="{E6B00B8E-A14C-45B0-BA79-9BD4CB568839}" type="pres">
      <dgm:prSet presAssocID="{AD40FFC8-743C-4DCB-88DE-4F4C41E112B9}" presName="sibTrans" presStyleCnt="0"/>
      <dgm:spPr/>
    </dgm:pt>
    <dgm:pt modelId="{D700DD64-B755-4753-84CB-31F9AB23FFF2}" type="pres">
      <dgm:prSet presAssocID="{63B6857A-1A35-4B1E-A3A1-B9822444D77C}" presName="node" presStyleLbl="alignAccFollowNode1" presStyleIdx="3" presStyleCnt="11">
        <dgm:presLayoutVars>
          <dgm:bulletEnabled val="1"/>
        </dgm:presLayoutVars>
      </dgm:prSet>
      <dgm:spPr/>
    </dgm:pt>
    <dgm:pt modelId="{EED6B98F-77C1-4F78-92F6-85B4B628CE83}" type="pres">
      <dgm:prSet presAssocID="{F982E965-79EC-4D08-B562-49AB9F7699A8}" presName="sibTrans" presStyleCnt="0"/>
      <dgm:spPr/>
    </dgm:pt>
    <dgm:pt modelId="{B5BF3718-FC78-4EF9-8F25-5555A2E4B4A5}" type="pres">
      <dgm:prSet presAssocID="{AE018C93-D99D-491E-A296-04F092481D33}" presName="node" presStyleLbl="alignAccFollowNode1" presStyleIdx="4" presStyleCnt="11" custScaleY="118482" custLinFactY="-31775" custLinFactNeighborX="30995" custLinFactNeighborY="-100000">
        <dgm:presLayoutVars>
          <dgm:bulletEnabled val="1"/>
        </dgm:presLayoutVars>
      </dgm:prSet>
      <dgm:spPr/>
    </dgm:pt>
    <dgm:pt modelId="{4A31BFBE-CF86-4CDC-88C1-7FD8331D70B2}" type="pres">
      <dgm:prSet presAssocID="{CF1F083E-3643-4306-A347-F74381E8818D}" presName="sibTrans" presStyleCnt="0"/>
      <dgm:spPr/>
    </dgm:pt>
    <dgm:pt modelId="{A1BCDD02-6393-432D-90A5-78E00779383E}" type="pres">
      <dgm:prSet presAssocID="{25226183-D9AD-4AD3-A85B-850B20D640E7}" presName="node" presStyleLbl="alignAccFollowNode1" presStyleIdx="5" presStyleCnt="11" custLinFactX="-68447" custLinFactNeighborX="-100000" custLinFactNeighborY="5158">
        <dgm:presLayoutVars>
          <dgm:bulletEnabled val="1"/>
        </dgm:presLayoutVars>
      </dgm:prSet>
      <dgm:spPr/>
    </dgm:pt>
    <dgm:pt modelId="{3BA67C84-B201-483B-B381-69374485B5E6}" type="pres">
      <dgm:prSet presAssocID="{DF290614-9B4D-4DA6-A85C-B02915096AD8}" presName="vSp" presStyleCnt="0"/>
      <dgm:spPr/>
    </dgm:pt>
    <dgm:pt modelId="{EA8D364D-61CD-476B-9D4E-E2B7D86EBA2E}" type="pres">
      <dgm:prSet presAssocID="{53C46022-4FCE-4C5C-AEAF-2F33BBC71DEF}" presName="horFlow" presStyleCnt="0"/>
      <dgm:spPr/>
    </dgm:pt>
    <dgm:pt modelId="{4AFF304D-BFD7-41FF-B18C-24AD4EFA73A2}" type="pres">
      <dgm:prSet presAssocID="{53C46022-4FCE-4C5C-AEAF-2F33BBC71DEF}" presName="bigChev" presStyleLbl="node1" presStyleIdx="2" presStyleCnt="5"/>
      <dgm:spPr/>
    </dgm:pt>
    <dgm:pt modelId="{92C947A5-E646-4AA0-97C4-D8F2DD9A25DD}" type="pres">
      <dgm:prSet presAssocID="{6C469CAB-2436-4A21-9E63-822AF1A5CF03}" presName="parTrans" presStyleCnt="0"/>
      <dgm:spPr/>
    </dgm:pt>
    <dgm:pt modelId="{EF271A90-362B-4D1A-B5B5-074264EC45AE}" type="pres">
      <dgm:prSet presAssocID="{2B86ECB8-6BFF-4212-9CBD-2346BBC91400}" presName="node" presStyleLbl="alignAccFollowNode1" presStyleIdx="6" presStyleCnt="11">
        <dgm:presLayoutVars>
          <dgm:bulletEnabled val="1"/>
        </dgm:presLayoutVars>
      </dgm:prSet>
      <dgm:spPr/>
    </dgm:pt>
    <dgm:pt modelId="{5211B739-27AF-42FF-8D27-99457B6C1FAB}" type="pres">
      <dgm:prSet presAssocID="{2A9FD606-7A80-450F-A403-4A4F88C1CA19}" presName="sibTrans" presStyleCnt="0"/>
      <dgm:spPr/>
    </dgm:pt>
    <dgm:pt modelId="{EECB0790-577F-483D-B375-70C746C26C2C}" type="pres">
      <dgm:prSet presAssocID="{107AA0CF-E75D-4507-80EA-2D98E5D8620C}" presName="node" presStyleLbl="alignAccFollowNode1" presStyleIdx="7" presStyleCnt="11">
        <dgm:presLayoutVars>
          <dgm:bulletEnabled val="1"/>
        </dgm:presLayoutVars>
      </dgm:prSet>
      <dgm:spPr/>
    </dgm:pt>
    <dgm:pt modelId="{F909469F-2CA6-4711-8830-A141E96A462A}" type="pres">
      <dgm:prSet presAssocID="{FAF93014-DAC8-4CCE-89E3-D1BFCFBFCCDC}" presName="sibTrans" presStyleCnt="0"/>
      <dgm:spPr/>
    </dgm:pt>
    <dgm:pt modelId="{CF77FA1A-D0F9-4B3A-832C-C8FE54527808}" type="pres">
      <dgm:prSet presAssocID="{CB6530B9-8C52-4F33-807A-EFF94C7F1CBA}" presName="node" presStyleLbl="alignAccFollowNode1" presStyleIdx="8" presStyleCnt="11" custLinFactY="37412" custLinFactNeighborX="20663" custLinFactNeighborY="100000">
        <dgm:presLayoutVars>
          <dgm:bulletEnabled val="1"/>
        </dgm:presLayoutVars>
      </dgm:prSet>
      <dgm:spPr/>
    </dgm:pt>
    <dgm:pt modelId="{0128FBE6-AD52-42DF-9E38-B1F6F995A1DA}" type="pres">
      <dgm:prSet presAssocID="{53C46022-4FCE-4C5C-AEAF-2F33BBC71DEF}" presName="vSp" presStyleCnt="0"/>
      <dgm:spPr/>
    </dgm:pt>
    <dgm:pt modelId="{D162589D-93A3-4020-83BB-B5D9B577BCA2}" type="pres">
      <dgm:prSet presAssocID="{6A4287A8-6075-409B-A17E-2BCAFD9E34BE}" presName="horFlow" presStyleCnt="0"/>
      <dgm:spPr/>
    </dgm:pt>
    <dgm:pt modelId="{6356A5FB-502C-4FC7-8EC9-74E670DAB07F}" type="pres">
      <dgm:prSet presAssocID="{6A4287A8-6075-409B-A17E-2BCAFD9E34BE}" presName="bigChev" presStyleLbl="node1" presStyleIdx="3" presStyleCnt="5"/>
      <dgm:spPr/>
    </dgm:pt>
    <dgm:pt modelId="{4493F469-F3EC-4E6A-BAEB-F0DD73591225}" type="pres">
      <dgm:prSet presAssocID="{A51A16C8-6A92-4E3E-A3B7-AC9DCD7C94C5}" presName="parTrans" presStyleCnt="0"/>
      <dgm:spPr/>
    </dgm:pt>
    <dgm:pt modelId="{1F80FEE7-BAE5-4064-A2FA-B2872852BDE5}" type="pres">
      <dgm:prSet presAssocID="{C42E9002-214A-4DD6-B17F-37AD1A82A3F3}" presName="node" presStyleLbl="alignAccFollowNode1" presStyleIdx="9" presStyleCnt="11">
        <dgm:presLayoutVars>
          <dgm:bulletEnabled val="1"/>
        </dgm:presLayoutVars>
      </dgm:prSet>
      <dgm:spPr/>
    </dgm:pt>
    <dgm:pt modelId="{28A53639-DD11-481A-9A1C-DA1903EE52E3}" type="pres">
      <dgm:prSet presAssocID="{5C45535F-093A-49B1-87CB-889360CBF6A6}" presName="sibTrans" presStyleCnt="0"/>
      <dgm:spPr/>
    </dgm:pt>
    <dgm:pt modelId="{284906C5-CFD5-48F4-AA5A-A9BDCA6365FD}" type="pres">
      <dgm:prSet presAssocID="{4E5F9556-0155-40E6-8AFD-734F5BBCB437}" presName="node" presStyleLbl="alignAccFollowNode1" presStyleIdx="10" presStyleCnt="11">
        <dgm:presLayoutVars>
          <dgm:bulletEnabled val="1"/>
        </dgm:presLayoutVars>
      </dgm:prSet>
      <dgm:spPr/>
    </dgm:pt>
    <dgm:pt modelId="{46FCFD14-361A-4A2B-8C8B-000A2F65B9ED}" type="pres">
      <dgm:prSet presAssocID="{6A4287A8-6075-409B-A17E-2BCAFD9E34BE}" presName="vSp" presStyleCnt="0"/>
      <dgm:spPr/>
    </dgm:pt>
    <dgm:pt modelId="{38ECE6E9-A23E-4E6A-8FB3-652FCBF4B4B7}" type="pres">
      <dgm:prSet presAssocID="{D70DCDCF-BFA9-476C-916E-4785BCCCAB21}" presName="horFlow" presStyleCnt="0"/>
      <dgm:spPr/>
    </dgm:pt>
    <dgm:pt modelId="{E7493D57-362C-44EF-A724-F45E67061279}" type="pres">
      <dgm:prSet presAssocID="{D70DCDCF-BFA9-476C-916E-4785BCCCAB21}" presName="bigChev" presStyleLbl="node1" presStyleIdx="4" presStyleCnt="5" custLinFactX="100000" custLinFactY="-11383" custLinFactNeighborX="199951" custLinFactNeighborY="-100000"/>
      <dgm:spPr>
        <a:xfrm>
          <a:off x="7135705" y="2698455"/>
          <a:ext cx="1953077" cy="781230"/>
        </a:xfrm>
        <a:prstGeom prst="chevron">
          <a:avLst/>
        </a:prstGeom>
      </dgm:spPr>
    </dgm:pt>
  </dgm:ptLst>
  <dgm:cxnLst>
    <dgm:cxn modelId="{1A838022-0FFE-4361-A011-03DB563E5F19}" srcId="{6A4287A8-6075-409B-A17E-2BCAFD9E34BE}" destId="{C42E9002-214A-4DD6-B17F-37AD1A82A3F3}" srcOrd="0" destOrd="0" parTransId="{A51A16C8-6A92-4E3E-A3B7-AC9DCD7C94C5}" sibTransId="{5C45535F-093A-49B1-87CB-889360CBF6A6}"/>
    <dgm:cxn modelId="{76461D24-C9CB-427F-8D91-87CE117BA69E}" srcId="{53C46022-4FCE-4C5C-AEAF-2F33BBC71DEF}" destId="{107AA0CF-E75D-4507-80EA-2D98E5D8620C}" srcOrd="1" destOrd="0" parTransId="{E7B46254-7BF3-420E-8EBD-567A92A49110}" sibTransId="{FAF93014-DAC8-4CCE-89E3-D1BFCFBFCCDC}"/>
    <dgm:cxn modelId="{75F1DF29-D1B6-4AE4-AC79-9D2795A3B945}" type="presOf" srcId="{38EB168C-1C70-48EC-B088-1385540CAA92}" destId="{4F077616-8BDC-4A62-9A13-55B95DEC6FB6}" srcOrd="0" destOrd="0" presId="urn:microsoft.com/office/officeart/2005/8/layout/lProcess3"/>
    <dgm:cxn modelId="{E850AB2C-F434-4B5A-A0CA-FE742F0D42EC}" srcId="{DF290614-9B4D-4DA6-A85C-B02915096AD8}" destId="{25226183-D9AD-4AD3-A85B-850B20D640E7}" srcOrd="3" destOrd="0" parTransId="{A4C7C911-A07C-4E43-B37F-C9637CD28B36}" sibTransId="{D92D2440-7BE8-4ADF-9CB1-7624F9991968}"/>
    <dgm:cxn modelId="{35483B2E-8B4B-4AAD-B745-DAA549286EDF}" type="presOf" srcId="{CB6530B9-8C52-4F33-807A-EFF94C7F1CBA}" destId="{CF77FA1A-D0F9-4B3A-832C-C8FE54527808}" srcOrd="0" destOrd="0" presId="urn:microsoft.com/office/officeart/2005/8/layout/lProcess3"/>
    <dgm:cxn modelId="{2A7DC131-11D0-4FBE-9774-910F025FE0E4}" type="presOf" srcId="{0BEDB5F6-B29C-432A-A824-D326FA1A8FA4}" destId="{05889462-E21B-4141-A6B9-25238B840916}" srcOrd="0" destOrd="0" presId="urn:microsoft.com/office/officeart/2005/8/layout/lProcess3"/>
    <dgm:cxn modelId="{E0AA3B32-4A7D-484D-90B7-704E7F8430F9}" srcId="{53C46022-4FCE-4C5C-AEAF-2F33BBC71DEF}" destId="{2B86ECB8-6BFF-4212-9CBD-2346BBC91400}" srcOrd="0" destOrd="0" parTransId="{6C469CAB-2436-4A21-9E63-822AF1A5CF03}" sibTransId="{2A9FD606-7A80-450F-A403-4A4F88C1CA19}"/>
    <dgm:cxn modelId="{97B9BD3A-6686-4EC6-ACEF-8222D3A3694A}" type="presOf" srcId="{C42E9002-214A-4DD6-B17F-37AD1A82A3F3}" destId="{1F80FEE7-BAE5-4064-A2FA-B2872852BDE5}" srcOrd="0" destOrd="0" presId="urn:microsoft.com/office/officeart/2005/8/layout/lProcess3"/>
    <dgm:cxn modelId="{E3937F61-DF3A-40A8-9D35-408C2D788621}" srcId="{A63629DA-BB1C-41D2-913B-C4AED2047E7F}" destId="{D70DCDCF-BFA9-476C-916E-4785BCCCAB21}" srcOrd="4" destOrd="0" parTransId="{F3D37337-56F3-4453-8EC9-136BAD93F71D}" sibTransId="{52ECD75C-4E8D-4FBA-BA46-663883700FD1}"/>
    <dgm:cxn modelId="{7929A362-44E3-4C00-B5C0-EEE0CBE1DD4A}" type="presOf" srcId="{63B6857A-1A35-4B1E-A3A1-B9822444D77C}" destId="{D700DD64-B755-4753-84CB-31F9AB23FFF2}" srcOrd="0" destOrd="0" presId="urn:microsoft.com/office/officeart/2005/8/layout/lProcess3"/>
    <dgm:cxn modelId="{48B3F745-DDDE-460B-BF38-60BE22E6A293}" srcId="{DF290614-9B4D-4DA6-A85C-B02915096AD8}" destId="{38EB168C-1C70-48EC-B088-1385540CAA92}" srcOrd="0" destOrd="0" parTransId="{DE794264-54DD-4BC7-A726-19F51E2213E6}" sibTransId="{AD40FFC8-743C-4DCB-88DE-4F4C41E112B9}"/>
    <dgm:cxn modelId="{7A824957-1F78-41D0-9A9A-0FF55849957B}" type="presOf" srcId="{A63629DA-BB1C-41D2-913B-C4AED2047E7F}" destId="{8FC97345-DD36-49E9-B416-CD6CDEC69589}" srcOrd="0" destOrd="0" presId="urn:microsoft.com/office/officeart/2005/8/layout/lProcess3"/>
    <dgm:cxn modelId="{91051B90-A0C8-4910-B6A7-1CC2D8859759}" type="presOf" srcId="{107AA0CF-E75D-4507-80EA-2D98E5D8620C}" destId="{EECB0790-577F-483D-B375-70C746C26C2C}" srcOrd="0" destOrd="0" presId="urn:microsoft.com/office/officeart/2005/8/layout/lProcess3"/>
    <dgm:cxn modelId="{DCF49496-AB8E-4455-872A-C920CA5C2B17}" srcId="{A63629DA-BB1C-41D2-913B-C4AED2047E7F}" destId="{53C46022-4FCE-4C5C-AEAF-2F33BBC71DEF}" srcOrd="2" destOrd="0" parTransId="{A3249014-FB4A-4618-BC75-D6FCDE8049B0}" sibTransId="{A52C1661-BD34-4821-8C4D-C4938ABEA36A}"/>
    <dgm:cxn modelId="{78BCF89A-E6A7-4C37-815B-D0E5CA7A31F0}" type="presOf" srcId="{48E8F5AD-3976-4365-B66A-FA409B477067}" destId="{2ADC53D0-1F0B-414A-81D1-8747F5DD2D79}" srcOrd="0" destOrd="0" presId="urn:microsoft.com/office/officeart/2005/8/layout/lProcess3"/>
    <dgm:cxn modelId="{8C4C629B-E3B1-4E3D-8C69-6B3825D20DAE}" type="presOf" srcId="{4B4960B8-28A5-44AE-BC57-45801513ADFE}" destId="{988E9A22-149C-4253-A7A8-4A9A5134443B}" srcOrd="0" destOrd="0" presId="urn:microsoft.com/office/officeart/2005/8/layout/lProcess3"/>
    <dgm:cxn modelId="{6097DE9D-9493-4910-91BB-8E5F87FBA6CB}" srcId="{53C46022-4FCE-4C5C-AEAF-2F33BBC71DEF}" destId="{CB6530B9-8C52-4F33-807A-EFF94C7F1CBA}" srcOrd="2" destOrd="0" parTransId="{66E8B4BC-5833-439B-9809-0236A8DCA69C}" sibTransId="{A4723AE1-80C8-4396-A832-040A7DF942AC}"/>
    <dgm:cxn modelId="{315D58A5-5C9F-4AAE-94F3-B4A74763EF58}" type="presOf" srcId="{DF290614-9B4D-4DA6-A85C-B02915096AD8}" destId="{D07635C9-BD96-46FE-8AE1-C79C624F539C}" srcOrd="0" destOrd="0" presId="urn:microsoft.com/office/officeart/2005/8/layout/lProcess3"/>
    <dgm:cxn modelId="{54763CAD-8280-4179-A159-AAB3E0907DD8}" type="presOf" srcId="{4E5F9556-0155-40E6-8AFD-734F5BBCB437}" destId="{284906C5-CFD5-48F4-AA5A-A9BDCA6365FD}" srcOrd="0" destOrd="0" presId="urn:microsoft.com/office/officeart/2005/8/layout/lProcess3"/>
    <dgm:cxn modelId="{E4DE18B3-7DCB-4587-9B87-D99132AA9CCC}" type="presOf" srcId="{6A4287A8-6075-409B-A17E-2BCAFD9E34BE}" destId="{6356A5FB-502C-4FC7-8EC9-74E670DAB07F}" srcOrd="0" destOrd="0" presId="urn:microsoft.com/office/officeart/2005/8/layout/lProcess3"/>
    <dgm:cxn modelId="{62306CB4-3FF8-4928-84C2-34954DFAD96B}" srcId="{A63629DA-BB1C-41D2-913B-C4AED2047E7F}" destId="{4B4960B8-28A5-44AE-BC57-45801513ADFE}" srcOrd="0" destOrd="0" parTransId="{320823F0-D3D5-4799-AC5B-34810C3A99AD}" sibTransId="{9BCF1252-5D2E-461E-9E46-AB7C4A47A53D}"/>
    <dgm:cxn modelId="{8FE5E4B9-52CA-43A1-9C0B-1B4D17081702}" type="presOf" srcId="{AE018C93-D99D-491E-A296-04F092481D33}" destId="{B5BF3718-FC78-4EF9-8F25-5555A2E4B4A5}" srcOrd="0" destOrd="0" presId="urn:microsoft.com/office/officeart/2005/8/layout/lProcess3"/>
    <dgm:cxn modelId="{4BFFE7C2-054F-4BB4-AF77-1C57DDF9000F}" srcId="{A63629DA-BB1C-41D2-913B-C4AED2047E7F}" destId="{6A4287A8-6075-409B-A17E-2BCAFD9E34BE}" srcOrd="3" destOrd="0" parTransId="{3557D358-838B-49C9-A01A-08022E873BA4}" sibTransId="{0199CCEC-A11B-4373-A454-3BEDFF2F3516}"/>
    <dgm:cxn modelId="{5C930DC6-6D62-46F2-A71D-E4AC353EE8BB}" type="presOf" srcId="{53C46022-4FCE-4C5C-AEAF-2F33BBC71DEF}" destId="{4AFF304D-BFD7-41FF-B18C-24AD4EFA73A2}" srcOrd="0" destOrd="0" presId="urn:microsoft.com/office/officeart/2005/8/layout/lProcess3"/>
    <dgm:cxn modelId="{9A9E5CC9-E2FE-4171-8DEA-9E1D6B4B819D}" srcId="{4B4960B8-28A5-44AE-BC57-45801513ADFE}" destId="{0BEDB5F6-B29C-432A-A824-D326FA1A8FA4}" srcOrd="0" destOrd="0" parTransId="{46D25F0F-522D-4586-8F31-7C1EAA24BD13}" sibTransId="{E694F901-1E41-4429-8A77-4179B6B2E27E}"/>
    <dgm:cxn modelId="{0CC818D1-A9F1-4647-B751-CC9D15B0D551}" type="presOf" srcId="{2B86ECB8-6BFF-4212-9CBD-2346BBC91400}" destId="{EF271A90-362B-4D1A-B5B5-074264EC45AE}" srcOrd="0" destOrd="0" presId="urn:microsoft.com/office/officeart/2005/8/layout/lProcess3"/>
    <dgm:cxn modelId="{3BE7B7E5-2682-40B1-AFBF-2C4724DD0E9C}" srcId="{A63629DA-BB1C-41D2-913B-C4AED2047E7F}" destId="{DF290614-9B4D-4DA6-A85C-B02915096AD8}" srcOrd="1" destOrd="0" parTransId="{660BD727-76E9-4883-9C10-3ECBCBC583C2}" sibTransId="{2A02C0DF-0D24-43A7-8333-4AFE1F19D89E}"/>
    <dgm:cxn modelId="{A41E30E6-5B4B-4798-8E77-B5D0485F30CF}" srcId="{DF290614-9B4D-4DA6-A85C-B02915096AD8}" destId="{63B6857A-1A35-4B1E-A3A1-B9822444D77C}" srcOrd="1" destOrd="0" parTransId="{9D846D7E-6631-4D6D-AA70-99BA7E5A231D}" sibTransId="{F982E965-79EC-4D08-B562-49AB9F7699A8}"/>
    <dgm:cxn modelId="{2CF0B7ED-99F1-41FF-BBAF-3212A2F74B8B}" srcId="{DF290614-9B4D-4DA6-A85C-B02915096AD8}" destId="{AE018C93-D99D-491E-A296-04F092481D33}" srcOrd="2" destOrd="0" parTransId="{51ED94D6-1790-414C-BE81-988F9609F486}" sibTransId="{CF1F083E-3643-4306-A347-F74381E8818D}"/>
    <dgm:cxn modelId="{8DBE73F7-6B8A-4DC4-B4F6-75B11ACF0C96}" type="presOf" srcId="{D70DCDCF-BFA9-476C-916E-4785BCCCAB21}" destId="{E7493D57-362C-44EF-A724-F45E67061279}" srcOrd="0" destOrd="0" presId="urn:microsoft.com/office/officeart/2005/8/layout/lProcess3"/>
    <dgm:cxn modelId="{DEC467FA-5093-4BB0-A4B1-4AF49C5D1B1F}" srcId="{4B4960B8-28A5-44AE-BC57-45801513ADFE}" destId="{48E8F5AD-3976-4365-B66A-FA409B477067}" srcOrd="1" destOrd="0" parTransId="{AF3273CB-F45F-4186-933A-319289294776}" sibTransId="{413F5971-9F83-415D-BE0C-40D4C0BDAE45}"/>
    <dgm:cxn modelId="{905645FC-2DFA-4587-A586-F78F1B3F8BF1}" srcId="{6A4287A8-6075-409B-A17E-2BCAFD9E34BE}" destId="{4E5F9556-0155-40E6-8AFD-734F5BBCB437}" srcOrd="1" destOrd="0" parTransId="{1A22F978-0FCB-4842-BFE5-007EC3C949B1}" sibTransId="{24E15838-C5A6-43AF-A39D-41E31926F6C3}"/>
    <dgm:cxn modelId="{A6EB1FFD-5AFA-4FF3-B645-3B6F51B2DE3E}" type="presOf" srcId="{25226183-D9AD-4AD3-A85B-850B20D640E7}" destId="{A1BCDD02-6393-432D-90A5-78E00779383E}" srcOrd="0" destOrd="0" presId="urn:microsoft.com/office/officeart/2005/8/layout/lProcess3"/>
    <dgm:cxn modelId="{3A9FF467-46FE-4CB1-981F-326E526C5290}" type="presParOf" srcId="{8FC97345-DD36-49E9-B416-CD6CDEC69589}" destId="{2276BB54-1749-40DB-BCE9-8E738E71D519}" srcOrd="0" destOrd="0" presId="urn:microsoft.com/office/officeart/2005/8/layout/lProcess3"/>
    <dgm:cxn modelId="{27825ACC-C886-4C96-94EE-3E34A304899F}" type="presParOf" srcId="{2276BB54-1749-40DB-BCE9-8E738E71D519}" destId="{988E9A22-149C-4253-A7A8-4A9A5134443B}" srcOrd="0" destOrd="0" presId="urn:microsoft.com/office/officeart/2005/8/layout/lProcess3"/>
    <dgm:cxn modelId="{3862C55B-1773-44FC-A99B-4EC02962D93E}" type="presParOf" srcId="{2276BB54-1749-40DB-BCE9-8E738E71D519}" destId="{9A8AD687-B2BE-43B3-8D60-4A011B2F0633}" srcOrd="1" destOrd="0" presId="urn:microsoft.com/office/officeart/2005/8/layout/lProcess3"/>
    <dgm:cxn modelId="{014E77CD-C39A-426A-B62E-4870D95350F5}" type="presParOf" srcId="{2276BB54-1749-40DB-BCE9-8E738E71D519}" destId="{05889462-E21B-4141-A6B9-25238B840916}" srcOrd="2" destOrd="0" presId="urn:microsoft.com/office/officeart/2005/8/layout/lProcess3"/>
    <dgm:cxn modelId="{7D457C0C-FED5-4554-BACB-D961361C83EF}" type="presParOf" srcId="{2276BB54-1749-40DB-BCE9-8E738E71D519}" destId="{D2BEB111-D069-4502-8148-D9EF13B40C73}" srcOrd="3" destOrd="0" presId="urn:microsoft.com/office/officeart/2005/8/layout/lProcess3"/>
    <dgm:cxn modelId="{4D6B8F4C-E380-4AF2-9971-20B2C76835EF}" type="presParOf" srcId="{2276BB54-1749-40DB-BCE9-8E738E71D519}" destId="{2ADC53D0-1F0B-414A-81D1-8747F5DD2D79}" srcOrd="4" destOrd="0" presId="urn:microsoft.com/office/officeart/2005/8/layout/lProcess3"/>
    <dgm:cxn modelId="{44A4FCAC-3AD6-40AF-92C3-A2A3D0CE3D2A}" type="presParOf" srcId="{8FC97345-DD36-49E9-B416-CD6CDEC69589}" destId="{F3CEA476-AAF2-4278-8B69-2DC9F82F8E6B}" srcOrd="1" destOrd="0" presId="urn:microsoft.com/office/officeart/2005/8/layout/lProcess3"/>
    <dgm:cxn modelId="{71921B45-ED0F-436F-9F56-7D4F8745805D}" type="presParOf" srcId="{8FC97345-DD36-49E9-B416-CD6CDEC69589}" destId="{5C3617B0-D50A-49FB-8465-49F113158415}" srcOrd="2" destOrd="0" presId="urn:microsoft.com/office/officeart/2005/8/layout/lProcess3"/>
    <dgm:cxn modelId="{43E20092-9F78-4E57-9CC5-DEE03680186E}" type="presParOf" srcId="{5C3617B0-D50A-49FB-8465-49F113158415}" destId="{D07635C9-BD96-46FE-8AE1-C79C624F539C}" srcOrd="0" destOrd="0" presId="urn:microsoft.com/office/officeart/2005/8/layout/lProcess3"/>
    <dgm:cxn modelId="{DEA571A8-F159-43F6-A0BC-B265E8CFAFCD}" type="presParOf" srcId="{5C3617B0-D50A-49FB-8465-49F113158415}" destId="{96C2E736-D1FD-4841-8FC5-C5513CB056D3}" srcOrd="1" destOrd="0" presId="urn:microsoft.com/office/officeart/2005/8/layout/lProcess3"/>
    <dgm:cxn modelId="{144C4BAD-692B-4F3A-8998-CD93619CC79B}" type="presParOf" srcId="{5C3617B0-D50A-49FB-8465-49F113158415}" destId="{4F077616-8BDC-4A62-9A13-55B95DEC6FB6}" srcOrd="2" destOrd="0" presId="urn:microsoft.com/office/officeart/2005/8/layout/lProcess3"/>
    <dgm:cxn modelId="{5CDC9E14-5A9E-4F50-9201-4D8204502AB1}" type="presParOf" srcId="{5C3617B0-D50A-49FB-8465-49F113158415}" destId="{E6B00B8E-A14C-45B0-BA79-9BD4CB568839}" srcOrd="3" destOrd="0" presId="urn:microsoft.com/office/officeart/2005/8/layout/lProcess3"/>
    <dgm:cxn modelId="{A6BC895F-EB81-47C7-97C2-D06D593AA575}" type="presParOf" srcId="{5C3617B0-D50A-49FB-8465-49F113158415}" destId="{D700DD64-B755-4753-84CB-31F9AB23FFF2}" srcOrd="4" destOrd="0" presId="urn:microsoft.com/office/officeart/2005/8/layout/lProcess3"/>
    <dgm:cxn modelId="{465DB665-2495-45B4-A9A4-E832F9DA28C0}" type="presParOf" srcId="{5C3617B0-D50A-49FB-8465-49F113158415}" destId="{EED6B98F-77C1-4F78-92F6-85B4B628CE83}" srcOrd="5" destOrd="0" presId="urn:microsoft.com/office/officeart/2005/8/layout/lProcess3"/>
    <dgm:cxn modelId="{4EB5E66C-7E5C-4904-A84F-92482829F083}" type="presParOf" srcId="{5C3617B0-D50A-49FB-8465-49F113158415}" destId="{B5BF3718-FC78-4EF9-8F25-5555A2E4B4A5}" srcOrd="6" destOrd="0" presId="urn:microsoft.com/office/officeart/2005/8/layout/lProcess3"/>
    <dgm:cxn modelId="{5A150077-F7EE-42F7-8C21-B9D82506C436}" type="presParOf" srcId="{5C3617B0-D50A-49FB-8465-49F113158415}" destId="{4A31BFBE-CF86-4CDC-88C1-7FD8331D70B2}" srcOrd="7" destOrd="0" presId="urn:microsoft.com/office/officeart/2005/8/layout/lProcess3"/>
    <dgm:cxn modelId="{FBB52883-59E4-403B-A9A2-2B2AC0F432FD}" type="presParOf" srcId="{5C3617B0-D50A-49FB-8465-49F113158415}" destId="{A1BCDD02-6393-432D-90A5-78E00779383E}" srcOrd="8" destOrd="0" presId="urn:microsoft.com/office/officeart/2005/8/layout/lProcess3"/>
    <dgm:cxn modelId="{034E8972-10E1-4E20-AC80-25F3FE5B8233}" type="presParOf" srcId="{8FC97345-DD36-49E9-B416-CD6CDEC69589}" destId="{3BA67C84-B201-483B-B381-69374485B5E6}" srcOrd="3" destOrd="0" presId="urn:microsoft.com/office/officeart/2005/8/layout/lProcess3"/>
    <dgm:cxn modelId="{4EC3B78B-82A7-42E2-A9E8-6281AF9B1B7C}" type="presParOf" srcId="{8FC97345-DD36-49E9-B416-CD6CDEC69589}" destId="{EA8D364D-61CD-476B-9D4E-E2B7D86EBA2E}" srcOrd="4" destOrd="0" presId="urn:microsoft.com/office/officeart/2005/8/layout/lProcess3"/>
    <dgm:cxn modelId="{B7CBC537-894C-4A39-920B-04E9B887D3ED}" type="presParOf" srcId="{EA8D364D-61CD-476B-9D4E-E2B7D86EBA2E}" destId="{4AFF304D-BFD7-41FF-B18C-24AD4EFA73A2}" srcOrd="0" destOrd="0" presId="urn:microsoft.com/office/officeart/2005/8/layout/lProcess3"/>
    <dgm:cxn modelId="{3FDC7ABB-E604-4759-B2B6-D86E3D2B2CE1}" type="presParOf" srcId="{EA8D364D-61CD-476B-9D4E-E2B7D86EBA2E}" destId="{92C947A5-E646-4AA0-97C4-D8F2DD9A25DD}" srcOrd="1" destOrd="0" presId="urn:microsoft.com/office/officeart/2005/8/layout/lProcess3"/>
    <dgm:cxn modelId="{3C76B1E0-8884-4929-9587-7A0CD28D8367}" type="presParOf" srcId="{EA8D364D-61CD-476B-9D4E-E2B7D86EBA2E}" destId="{EF271A90-362B-4D1A-B5B5-074264EC45AE}" srcOrd="2" destOrd="0" presId="urn:microsoft.com/office/officeart/2005/8/layout/lProcess3"/>
    <dgm:cxn modelId="{FED76367-35CD-47D8-AF83-F78DCF4BE745}" type="presParOf" srcId="{EA8D364D-61CD-476B-9D4E-E2B7D86EBA2E}" destId="{5211B739-27AF-42FF-8D27-99457B6C1FAB}" srcOrd="3" destOrd="0" presId="urn:microsoft.com/office/officeart/2005/8/layout/lProcess3"/>
    <dgm:cxn modelId="{89EB6A4A-A4E4-44A5-80DC-F9CAF9ED5EB5}" type="presParOf" srcId="{EA8D364D-61CD-476B-9D4E-E2B7D86EBA2E}" destId="{EECB0790-577F-483D-B375-70C746C26C2C}" srcOrd="4" destOrd="0" presId="urn:microsoft.com/office/officeart/2005/8/layout/lProcess3"/>
    <dgm:cxn modelId="{9128F13D-2787-4C6F-82C3-FCA209245512}" type="presParOf" srcId="{EA8D364D-61CD-476B-9D4E-E2B7D86EBA2E}" destId="{F909469F-2CA6-4711-8830-A141E96A462A}" srcOrd="5" destOrd="0" presId="urn:microsoft.com/office/officeart/2005/8/layout/lProcess3"/>
    <dgm:cxn modelId="{1B722264-D01A-4286-8932-FB1B1C129502}" type="presParOf" srcId="{EA8D364D-61CD-476B-9D4E-E2B7D86EBA2E}" destId="{CF77FA1A-D0F9-4B3A-832C-C8FE54527808}" srcOrd="6" destOrd="0" presId="urn:microsoft.com/office/officeart/2005/8/layout/lProcess3"/>
    <dgm:cxn modelId="{5C007E61-BB68-4486-81F8-73B3F8A1F71F}" type="presParOf" srcId="{8FC97345-DD36-49E9-B416-CD6CDEC69589}" destId="{0128FBE6-AD52-42DF-9E38-B1F6F995A1DA}" srcOrd="5" destOrd="0" presId="urn:microsoft.com/office/officeart/2005/8/layout/lProcess3"/>
    <dgm:cxn modelId="{2436AEEC-26C0-41A0-9106-1C93055827B8}" type="presParOf" srcId="{8FC97345-DD36-49E9-B416-CD6CDEC69589}" destId="{D162589D-93A3-4020-83BB-B5D9B577BCA2}" srcOrd="6" destOrd="0" presId="urn:microsoft.com/office/officeart/2005/8/layout/lProcess3"/>
    <dgm:cxn modelId="{14865B96-9F6E-47A3-A153-13717FCE00C0}" type="presParOf" srcId="{D162589D-93A3-4020-83BB-B5D9B577BCA2}" destId="{6356A5FB-502C-4FC7-8EC9-74E670DAB07F}" srcOrd="0" destOrd="0" presId="urn:microsoft.com/office/officeart/2005/8/layout/lProcess3"/>
    <dgm:cxn modelId="{44D4BDB7-001D-40A8-BC62-17D3654A2C3F}" type="presParOf" srcId="{D162589D-93A3-4020-83BB-B5D9B577BCA2}" destId="{4493F469-F3EC-4E6A-BAEB-F0DD73591225}" srcOrd="1" destOrd="0" presId="urn:microsoft.com/office/officeart/2005/8/layout/lProcess3"/>
    <dgm:cxn modelId="{B938CDCE-975A-4F3C-9358-E6F40221D70A}" type="presParOf" srcId="{D162589D-93A3-4020-83BB-B5D9B577BCA2}" destId="{1F80FEE7-BAE5-4064-A2FA-B2872852BDE5}" srcOrd="2" destOrd="0" presId="urn:microsoft.com/office/officeart/2005/8/layout/lProcess3"/>
    <dgm:cxn modelId="{ABF1D73D-E7C0-4C29-A51B-04C311FB11A6}" type="presParOf" srcId="{D162589D-93A3-4020-83BB-B5D9B577BCA2}" destId="{28A53639-DD11-481A-9A1C-DA1903EE52E3}" srcOrd="3" destOrd="0" presId="urn:microsoft.com/office/officeart/2005/8/layout/lProcess3"/>
    <dgm:cxn modelId="{55DCD5C6-A074-4E9C-8211-01ABDE9F1448}" type="presParOf" srcId="{D162589D-93A3-4020-83BB-B5D9B577BCA2}" destId="{284906C5-CFD5-48F4-AA5A-A9BDCA6365FD}" srcOrd="4" destOrd="0" presId="urn:microsoft.com/office/officeart/2005/8/layout/lProcess3"/>
    <dgm:cxn modelId="{85CCD4B6-037B-4EE7-9315-394680C45C3B}" type="presParOf" srcId="{8FC97345-DD36-49E9-B416-CD6CDEC69589}" destId="{46FCFD14-361A-4A2B-8C8B-000A2F65B9ED}" srcOrd="7" destOrd="0" presId="urn:microsoft.com/office/officeart/2005/8/layout/lProcess3"/>
    <dgm:cxn modelId="{723102E6-ECA0-408A-B5F0-12BB6964D697}" type="presParOf" srcId="{8FC97345-DD36-49E9-B416-CD6CDEC69589}" destId="{38ECE6E9-A23E-4E6A-8FB3-652FCBF4B4B7}" srcOrd="8" destOrd="0" presId="urn:microsoft.com/office/officeart/2005/8/layout/lProcess3"/>
    <dgm:cxn modelId="{D38185BB-F7C2-4F4E-896D-713FCB8C9A94}" type="presParOf" srcId="{38ECE6E9-A23E-4E6A-8FB3-652FCBF4B4B7}" destId="{E7493D57-362C-44EF-A724-F45E67061279}" srcOrd="0" destOrd="0" presId="urn:microsoft.com/office/officeart/2005/8/layout/lProcess3"/>
  </dgm:cxnLst>
  <dgm:bg>
    <a:solidFill>
      <a:srgbClr val="F0F0F0">
        <a:alpha val="0"/>
      </a:srgb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63629DA-BB1C-41D2-913B-C4AED2047E7F}" type="doc">
      <dgm:prSet loTypeId="urn:microsoft.com/office/officeart/2005/8/layout/lProcess3" loCatId="process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s-CO"/>
        </a:p>
      </dgm:t>
    </dgm:pt>
    <dgm:pt modelId="{4B4960B8-28A5-44AE-BC57-45801513ADFE}">
      <dgm:prSet phldrT="[Texto]"/>
      <dgm:spPr/>
      <dgm:t>
        <a:bodyPr/>
        <a:lstStyle/>
        <a:p>
          <a:r>
            <a:rPr lang="es-MX" b="1" dirty="0"/>
            <a:t>906744 LINFOCITOS T  CUANTIFICACIÓN  CD3 CD4 CD8</a:t>
          </a:r>
          <a:endParaRPr lang="es-CO" b="1" dirty="0"/>
        </a:p>
      </dgm:t>
    </dgm:pt>
    <dgm:pt modelId="{320823F0-D3D5-4799-AC5B-34810C3A99AD}" type="parTrans" cxnId="{62306CB4-3FF8-4928-84C2-34954DFAD96B}">
      <dgm:prSet/>
      <dgm:spPr/>
      <dgm:t>
        <a:bodyPr/>
        <a:lstStyle/>
        <a:p>
          <a:endParaRPr lang="es-CO"/>
        </a:p>
      </dgm:t>
    </dgm:pt>
    <dgm:pt modelId="{9BCF1252-5D2E-461E-9E46-AB7C4A47A53D}" type="sibTrans" cxnId="{62306CB4-3FF8-4928-84C2-34954DFAD96B}">
      <dgm:prSet/>
      <dgm:spPr/>
      <dgm:t>
        <a:bodyPr/>
        <a:lstStyle/>
        <a:p>
          <a:endParaRPr lang="es-CO"/>
        </a:p>
      </dgm:t>
    </dgm:pt>
    <dgm:pt modelId="{DF290614-9B4D-4DA6-A85C-B02915096AD8}">
      <dgm:prSet phldrT="[Texto]"/>
      <dgm:spPr/>
      <dgm:t>
        <a:bodyPr/>
        <a:lstStyle/>
        <a:p>
          <a:r>
            <a:rPr lang="es-MX" b="1" dirty="0"/>
            <a:t>90382301 DEPURACIÓN DE CREATININA 44 HORAS</a:t>
          </a:r>
          <a:endParaRPr lang="es-CO" b="1" dirty="0"/>
        </a:p>
      </dgm:t>
    </dgm:pt>
    <dgm:pt modelId="{660BD727-76E9-4883-9C10-3ECBCBC583C2}" type="parTrans" cxnId="{3BE7B7E5-2682-40B1-AFBF-2C4724DD0E9C}">
      <dgm:prSet/>
      <dgm:spPr/>
      <dgm:t>
        <a:bodyPr/>
        <a:lstStyle/>
        <a:p>
          <a:endParaRPr lang="es-CO"/>
        </a:p>
      </dgm:t>
    </dgm:pt>
    <dgm:pt modelId="{2A02C0DF-0D24-43A7-8333-4AFE1F19D89E}" type="sibTrans" cxnId="{3BE7B7E5-2682-40B1-AFBF-2C4724DD0E9C}">
      <dgm:prSet/>
      <dgm:spPr/>
      <dgm:t>
        <a:bodyPr/>
        <a:lstStyle/>
        <a:p>
          <a:endParaRPr lang="es-CO"/>
        </a:p>
      </dgm:t>
    </dgm:pt>
    <dgm:pt modelId="{53C46022-4FCE-4C5C-AEAF-2F33BBC71DEF}">
      <dgm:prSet phldrT="[Texto]"/>
      <dgm:spPr/>
      <dgm:t>
        <a:bodyPr/>
        <a:lstStyle/>
        <a:p>
          <a:r>
            <a:rPr lang="es-MX" b="1" dirty="0"/>
            <a:t>90661001</a:t>
          </a:r>
          <a:r>
            <a:rPr lang="es-MX" b="1" baseline="0" dirty="0"/>
            <a:t> TAMIZAJE CÁNCER DE PRÓSTATA</a:t>
          </a:r>
          <a:endParaRPr lang="es-CO" b="1" dirty="0"/>
        </a:p>
      </dgm:t>
    </dgm:pt>
    <dgm:pt modelId="{A3249014-FB4A-4618-BC75-D6FCDE8049B0}" type="parTrans" cxnId="{DCF49496-AB8E-4455-872A-C920CA5C2B17}">
      <dgm:prSet/>
      <dgm:spPr/>
      <dgm:t>
        <a:bodyPr/>
        <a:lstStyle/>
        <a:p>
          <a:endParaRPr lang="es-CO"/>
        </a:p>
      </dgm:t>
    </dgm:pt>
    <dgm:pt modelId="{A52C1661-BD34-4821-8C4D-C4938ABEA36A}" type="sibTrans" cxnId="{DCF49496-AB8E-4455-872A-C920CA5C2B17}">
      <dgm:prSet/>
      <dgm:spPr/>
      <dgm:t>
        <a:bodyPr/>
        <a:lstStyle/>
        <a:p>
          <a:endParaRPr lang="es-CO"/>
        </a:p>
      </dgm:t>
    </dgm:pt>
    <dgm:pt modelId="{0BEDB5F6-B29C-432A-A824-D326FA1A8FA4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LINFOCITOS T CD3 SEMIAUTOMATIZADO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46D25F0F-522D-4586-8F31-7C1EAA24BD13}" type="parTrans" cxnId="{9A9E5CC9-E2FE-4171-8DEA-9E1D6B4B819D}">
      <dgm:prSet/>
      <dgm:spPr/>
      <dgm:t>
        <a:bodyPr/>
        <a:lstStyle/>
        <a:p>
          <a:endParaRPr lang="es-CO"/>
        </a:p>
      </dgm:t>
    </dgm:pt>
    <dgm:pt modelId="{E694F901-1E41-4429-8A77-4179B6B2E27E}" type="sibTrans" cxnId="{9A9E5CC9-E2FE-4171-8DEA-9E1D6B4B819D}">
      <dgm:prSet/>
      <dgm:spPr/>
      <dgm:t>
        <a:bodyPr/>
        <a:lstStyle/>
        <a:p>
          <a:endParaRPr lang="es-CO"/>
        </a:p>
      </dgm:t>
    </dgm:pt>
    <dgm:pt modelId="{38EB168C-1C70-48EC-B088-1385540CAA92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CREATININA EN SUERO</a:t>
          </a:r>
          <a:endParaRPr lang="es-CO" sz="1400" dirty="0">
            <a:solidFill>
              <a:schemeClr val="accent3"/>
            </a:solidFill>
          </a:endParaRPr>
        </a:p>
      </dgm:t>
    </dgm:pt>
    <dgm:pt modelId="{DE794264-54DD-4BC7-A726-19F51E2213E6}" type="parTrans" cxnId="{48B3F745-DDDE-460B-BF38-60BE22E6A293}">
      <dgm:prSet/>
      <dgm:spPr/>
      <dgm:t>
        <a:bodyPr/>
        <a:lstStyle/>
        <a:p>
          <a:endParaRPr lang="es-CO"/>
        </a:p>
      </dgm:t>
    </dgm:pt>
    <dgm:pt modelId="{AD40FFC8-743C-4DCB-88DE-4F4C41E112B9}" type="sibTrans" cxnId="{48B3F745-DDDE-460B-BF38-60BE22E6A293}">
      <dgm:prSet/>
      <dgm:spPr/>
      <dgm:t>
        <a:bodyPr/>
        <a:lstStyle/>
        <a:p>
          <a:endParaRPr lang="es-CO"/>
        </a:p>
      </dgm:t>
    </dgm:pt>
    <dgm:pt modelId="{2B86ECB8-6BFF-4212-9CBD-2346BBC91400}">
      <dgm:prSet phldrT="[Texto]" custT="1"/>
      <dgm:spPr/>
      <dgm:t>
        <a:bodyPr/>
        <a:lstStyle/>
        <a:p>
          <a:r>
            <a:rPr lang="es-MX" sz="1400" dirty="0">
              <a:solidFill>
                <a:schemeClr val="accent1"/>
              </a:solidFill>
            </a:rPr>
            <a:t>ANTÍGENO ESPECIFICO DE PRÓSTATA </a:t>
          </a:r>
          <a:endParaRPr lang="es-CO" sz="1400" dirty="0">
            <a:solidFill>
              <a:schemeClr val="accent1"/>
            </a:solidFill>
          </a:endParaRPr>
        </a:p>
      </dgm:t>
    </dgm:pt>
    <dgm:pt modelId="{6C469CAB-2436-4A21-9E63-822AF1A5CF03}" type="parTrans" cxnId="{E0AA3B32-4A7D-484D-90B7-704E7F8430F9}">
      <dgm:prSet/>
      <dgm:spPr/>
      <dgm:t>
        <a:bodyPr/>
        <a:lstStyle/>
        <a:p>
          <a:endParaRPr lang="es-CO"/>
        </a:p>
      </dgm:t>
    </dgm:pt>
    <dgm:pt modelId="{2A9FD606-7A80-450F-A403-4A4F88C1CA19}" type="sibTrans" cxnId="{E0AA3B32-4A7D-484D-90B7-704E7F8430F9}">
      <dgm:prSet/>
      <dgm:spPr/>
      <dgm:t>
        <a:bodyPr/>
        <a:lstStyle/>
        <a:p>
          <a:endParaRPr lang="es-CO"/>
        </a:p>
      </dgm:t>
    </dgm:pt>
    <dgm:pt modelId="{63B6857A-1A35-4B1E-A3A1-B9822444D77C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CREATININA EN ORINA 44 HORAS </a:t>
          </a:r>
          <a:endParaRPr lang="es-CO" sz="1400" dirty="0">
            <a:solidFill>
              <a:schemeClr val="accent3"/>
            </a:solidFill>
          </a:endParaRPr>
        </a:p>
      </dgm:t>
    </dgm:pt>
    <dgm:pt modelId="{9D846D7E-6631-4D6D-AA70-99BA7E5A231D}" type="parTrans" cxnId="{A41E30E6-5B4B-4798-8E77-B5D0485F30CF}">
      <dgm:prSet/>
      <dgm:spPr/>
      <dgm:t>
        <a:bodyPr/>
        <a:lstStyle/>
        <a:p>
          <a:endParaRPr lang="es-CO"/>
        </a:p>
      </dgm:t>
    </dgm:pt>
    <dgm:pt modelId="{F982E965-79EC-4D08-B562-49AB9F7699A8}" type="sibTrans" cxnId="{A41E30E6-5B4B-4798-8E77-B5D0485F30CF}">
      <dgm:prSet/>
      <dgm:spPr/>
      <dgm:t>
        <a:bodyPr/>
        <a:lstStyle/>
        <a:p>
          <a:endParaRPr lang="es-CO"/>
        </a:p>
      </dgm:t>
    </dgm:pt>
    <dgm:pt modelId="{6A4287A8-6075-409B-A17E-2BCAFD9E34BE}">
      <dgm:prSet phldrT="[Texto]" custT="1"/>
      <dgm:spPr/>
      <dgm:t>
        <a:bodyPr/>
        <a:lstStyle/>
        <a:p>
          <a:r>
            <a:rPr lang="es-MX" sz="1600" b="1" dirty="0"/>
            <a:t>90700804 TAMIZAJE CÁNCER DE COLON</a:t>
          </a:r>
          <a:endParaRPr lang="es-CO" sz="1600" b="1" dirty="0"/>
        </a:p>
      </dgm:t>
    </dgm:pt>
    <dgm:pt modelId="{3557D358-838B-49C9-A01A-08022E873BA4}" type="parTrans" cxnId="{4BFFE7C2-054F-4BB4-AF77-1C57DDF9000F}">
      <dgm:prSet/>
      <dgm:spPr/>
      <dgm:t>
        <a:bodyPr/>
        <a:lstStyle/>
        <a:p>
          <a:endParaRPr lang="es-CO"/>
        </a:p>
      </dgm:t>
    </dgm:pt>
    <dgm:pt modelId="{0199CCEC-A11B-4373-A454-3BEDFF2F3516}" type="sibTrans" cxnId="{4BFFE7C2-054F-4BB4-AF77-1C57DDF9000F}">
      <dgm:prSet/>
      <dgm:spPr/>
      <dgm:t>
        <a:bodyPr/>
        <a:lstStyle/>
        <a:p>
          <a:endParaRPr lang="es-CO"/>
        </a:p>
      </dgm:t>
    </dgm:pt>
    <dgm:pt modelId="{C42E9002-214A-4DD6-B17F-37AD1A82A3F3}">
      <dgm:prSet phldrT="[Texto]" custT="1"/>
      <dgm:spPr/>
      <dgm:t>
        <a:bodyPr/>
        <a:lstStyle/>
        <a:p>
          <a:r>
            <a:rPr lang="es-CO" sz="1200" kern="1200" dirty="0">
              <a:solidFill>
                <a:schemeClr val="accent5"/>
              </a:solidFill>
            </a:rPr>
            <a:t> </a:t>
          </a:r>
          <a:r>
            <a:rPr lang="es-CO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SANGRE OCULTA </a:t>
          </a:r>
        </a:p>
      </dgm:t>
    </dgm:pt>
    <dgm:pt modelId="{A51A16C8-6A92-4E3E-A3B7-AC9DCD7C94C5}" type="parTrans" cxnId="{1A838022-0FFE-4361-A011-03DB563E5F19}">
      <dgm:prSet/>
      <dgm:spPr/>
      <dgm:t>
        <a:bodyPr/>
        <a:lstStyle/>
        <a:p>
          <a:endParaRPr lang="es-CO"/>
        </a:p>
      </dgm:t>
    </dgm:pt>
    <dgm:pt modelId="{5C45535F-093A-49B1-87CB-889360CBF6A6}" type="sibTrans" cxnId="{1A838022-0FFE-4361-A011-03DB563E5F19}">
      <dgm:prSet/>
      <dgm:spPr/>
      <dgm:t>
        <a:bodyPr/>
        <a:lstStyle/>
        <a:p>
          <a:endParaRPr lang="es-CO"/>
        </a:p>
      </dgm:t>
    </dgm:pt>
    <dgm:pt modelId="{48E8F5AD-3976-4365-B66A-FA409B477067}">
      <dgm:prSet phldrT="[Texto]" custT="1"/>
      <dgm:spPr/>
      <dgm:t>
        <a:bodyPr/>
        <a:lstStyle/>
        <a:p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LINFOCITOS T CD4 SEMIAUTOMATIZADO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gm:t>
    </dgm:pt>
    <dgm:pt modelId="{AF3273CB-F45F-4186-933A-319289294776}" type="parTrans" cxnId="{DEC467FA-5093-4BB0-A4B1-4AF49C5D1B1F}">
      <dgm:prSet/>
      <dgm:spPr/>
      <dgm:t>
        <a:bodyPr/>
        <a:lstStyle/>
        <a:p>
          <a:endParaRPr lang="es-CO"/>
        </a:p>
      </dgm:t>
    </dgm:pt>
    <dgm:pt modelId="{413F5971-9F83-415D-BE0C-40D4C0BDAE45}" type="sibTrans" cxnId="{DEC467FA-5093-4BB0-A4B1-4AF49C5D1B1F}">
      <dgm:prSet/>
      <dgm:spPr/>
      <dgm:t>
        <a:bodyPr/>
        <a:lstStyle/>
        <a:p>
          <a:endParaRPr lang="es-CO"/>
        </a:p>
      </dgm:t>
    </dgm:pt>
    <dgm:pt modelId="{AE018C93-D99D-491E-A296-04F092481D33}">
      <dgm:prSet phldrT="[Texto]" custT="1"/>
      <dgm:spPr/>
      <dgm:t>
        <a:bodyPr/>
        <a:lstStyle/>
        <a:p>
          <a:r>
            <a:rPr lang="es-MX" sz="1400" dirty="0">
              <a:solidFill>
                <a:schemeClr val="accent3"/>
              </a:solidFill>
            </a:rPr>
            <a:t>LINFOCITOS T CD8 SEMIAUTOMATIZADO</a:t>
          </a:r>
          <a:endParaRPr lang="es-CO" sz="1400" dirty="0">
            <a:solidFill>
              <a:schemeClr val="accent3"/>
            </a:solidFill>
          </a:endParaRPr>
        </a:p>
      </dgm:t>
    </dgm:pt>
    <dgm:pt modelId="{51ED94D6-1790-414C-BE81-988F9609F486}" type="parTrans" cxnId="{2CF0B7ED-99F1-41FF-BBAF-3212A2F74B8B}">
      <dgm:prSet/>
      <dgm:spPr/>
      <dgm:t>
        <a:bodyPr/>
        <a:lstStyle/>
        <a:p>
          <a:endParaRPr lang="es-CO"/>
        </a:p>
      </dgm:t>
    </dgm:pt>
    <dgm:pt modelId="{CF1F083E-3643-4306-A347-F74381E8818D}" type="sibTrans" cxnId="{2CF0B7ED-99F1-41FF-BBAF-3212A2F74B8B}">
      <dgm:prSet/>
      <dgm:spPr/>
      <dgm:t>
        <a:bodyPr/>
        <a:lstStyle/>
        <a:p>
          <a:endParaRPr lang="es-CO"/>
        </a:p>
      </dgm:t>
    </dgm:pt>
    <dgm:pt modelId="{8FC97345-DD36-49E9-B416-CD6CDEC69589}" type="pres">
      <dgm:prSet presAssocID="{A63629DA-BB1C-41D2-913B-C4AED2047E7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2276BB54-1749-40DB-BCE9-8E738E71D519}" type="pres">
      <dgm:prSet presAssocID="{4B4960B8-28A5-44AE-BC57-45801513ADFE}" presName="horFlow" presStyleCnt="0"/>
      <dgm:spPr/>
    </dgm:pt>
    <dgm:pt modelId="{988E9A22-149C-4253-A7A8-4A9A5134443B}" type="pres">
      <dgm:prSet presAssocID="{4B4960B8-28A5-44AE-BC57-45801513ADFE}" presName="bigChev" presStyleLbl="node1" presStyleIdx="0" presStyleCnt="4"/>
      <dgm:spPr/>
    </dgm:pt>
    <dgm:pt modelId="{9A8AD687-B2BE-43B3-8D60-4A011B2F0633}" type="pres">
      <dgm:prSet presAssocID="{46D25F0F-522D-4586-8F31-7C1EAA24BD13}" presName="parTrans" presStyleCnt="0"/>
      <dgm:spPr/>
    </dgm:pt>
    <dgm:pt modelId="{05889462-E21B-4141-A6B9-25238B840916}" type="pres">
      <dgm:prSet presAssocID="{0BEDB5F6-B29C-432A-A824-D326FA1A8FA4}" presName="node" presStyleLbl="alignAccFollowNode1" presStyleIdx="0" presStyleCnt="7" custScaleY="121208">
        <dgm:presLayoutVars>
          <dgm:bulletEnabled val="1"/>
        </dgm:presLayoutVars>
      </dgm:prSet>
      <dgm:spPr/>
    </dgm:pt>
    <dgm:pt modelId="{D2BEB111-D069-4502-8148-D9EF13B40C73}" type="pres">
      <dgm:prSet presAssocID="{E694F901-1E41-4429-8A77-4179B6B2E27E}" presName="sibTrans" presStyleCnt="0"/>
      <dgm:spPr/>
    </dgm:pt>
    <dgm:pt modelId="{2ADC53D0-1F0B-414A-81D1-8747F5DD2D79}" type="pres">
      <dgm:prSet presAssocID="{48E8F5AD-3976-4365-B66A-FA409B477067}" presName="node" presStyleLbl="alignAccFollowNode1" presStyleIdx="1" presStyleCnt="7" custScaleY="117592">
        <dgm:presLayoutVars>
          <dgm:bulletEnabled val="1"/>
        </dgm:presLayoutVars>
      </dgm:prSet>
      <dgm:spPr/>
    </dgm:pt>
    <dgm:pt modelId="{F3CEA476-AAF2-4278-8B69-2DC9F82F8E6B}" type="pres">
      <dgm:prSet presAssocID="{4B4960B8-28A5-44AE-BC57-45801513ADFE}" presName="vSp" presStyleCnt="0"/>
      <dgm:spPr/>
    </dgm:pt>
    <dgm:pt modelId="{5C3617B0-D50A-49FB-8465-49F113158415}" type="pres">
      <dgm:prSet presAssocID="{DF290614-9B4D-4DA6-A85C-B02915096AD8}" presName="horFlow" presStyleCnt="0"/>
      <dgm:spPr/>
    </dgm:pt>
    <dgm:pt modelId="{D07635C9-BD96-46FE-8AE1-C79C624F539C}" type="pres">
      <dgm:prSet presAssocID="{DF290614-9B4D-4DA6-A85C-B02915096AD8}" presName="bigChev" presStyleLbl="node1" presStyleIdx="1" presStyleCnt="4"/>
      <dgm:spPr/>
    </dgm:pt>
    <dgm:pt modelId="{96C2E736-D1FD-4841-8FC5-C5513CB056D3}" type="pres">
      <dgm:prSet presAssocID="{DE794264-54DD-4BC7-A726-19F51E2213E6}" presName="parTrans" presStyleCnt="0"/>
      <dgm:spPr/>
    </dgm:pt>
    <dgm:pt modelId="{4F077616-8BDC-4A62-9A13-55B95DEC6FB6}" type="pres">
      <dgm:prSet presAssocID="{38EB168C-1C70-48EC-B088-1385540CAA92}" presName="node" presStyleLbl="alignAccFollowNode1" presStyleIdx="2" presStyleCnt="7">
        <dgm:presLayoutVars>
          <dgm:bulletEnabled val="1"/>
        </dgm:presLayoutVars>
      </dgm:prSet>
      <dgm:spPr/>
    </dgm:pt>
    <dgm:pt modelId="{E6B00B8E-A14C-45B0-BA79-9BD4CB568839}" type="pres">
      <dgm:prSet presAssocID="{AD40FFC8-743C-4DCB-88DE-4F4C41E112B9}" presName="sibTrans" presStyleCnt="0"/>
      <dgm:spPr/>
    </dgm:pt>
    <dgm:pt modelId="{D700DD64-B755-4753-84CB-31F9AB23FFF2}" type="pres">
      <dgm:prSet presAssocID="{63B6857A-1A35-4B1E-A3A1-B9822444D77C}" presName="node" presStyleLbl="alignAccFollowNode1" presStyleIdx="3" presStyleCnt="7">
        <dgm:presLayoutVars>
          <dgm:bulletEnabled val="1"/>
        </dgm:presLayoutVars>
      </dgm:prSet>
      <dgm:spPr/>
    </dgm:pt>
    <dgm:pt modelId="{EED6B98F-77C1-4F78-92F6-85B4B628CE83}" type="pres">
      <dgm:prSet presAssocID="{F982E965-79EC-4D08-B562-49AB9F7699A8}" presName="sibTrans" presStyleCnt="0"/>
      <dgm:spPr/>
    </dgm:pt>
    <dgm:pt modelId="{B5BF3718-FC78-4EF9-8F25-5555A2E4B4A5}" type="pres">
      <dgm:prSet presAssocID="{AE018C93-D99D-491E-A296-04F092481D33}" presName="node" presStyleLbl="alignAccFollowNode1" presStyleIdx="4" presStyleCnt="7" custScaleY="118482" custLinFactY="-31775" custLinFactNeighborX="30995" custLinFactNeighborY="-100000">
        <dgm:presLayoutVars>
          <dgm:bulletEnabled val="1"/>
        </dgm:presLayoutVars>
      </dgm:prSet>
      <dgm:spPr/>
    </dgm:pt>
    <dgm:pt modelId="{3BA67C84-B201-483B-B381-69374485B5E6}" type="pres">
      <dgm:prSet presAssocID="{DF290614-9B4D-4DA6-A85C-B02915096AD8}" presName="vSp" presStyleCnt="0"/>
      <dgm:spPr/>
    </dgm:pt>
    <dgm:pt modelId="{EA8D364D-61CD-476B-9D4E-E2B7D86EBA2E}" type="pres">
      <dgm:prSet presAssocID="{53C46022-4FCE-4C5C-AEAF-2F33BBC71DEF}" presName="horFlow" presStyleCnt="0"/>
      <dgm:spPr/>
    </dgm:pt>
    <dgm:pt modelId="{4AFF304D-BFD7-41FF-B18C-24AD4EFA73A2}" type="pres">
      <dgm:prSet presAssocID="{53C46022-4FCE-4C5C-AEAF-2F33BBC71DEF}" presName="bigChev" presStyleLbl="node1" presStyleIdx="2" presStyleCnt="4"/>
      <dgm:spPr/>
    </dgm:pt>
    <dgm:pt modelId="{92C947A5-E646-4AA0-97C4-D8F2DD9A25DD}" type="pres">
      <dgm:prSet presAssocID="{6C469CAB-2436-4A21-9E63-822AF1A5CF03}" presName="parTrans" presStyleCnt="0"/>
      <dgm:spPr/>
    </dgm:pt>
    <dgm:pt modelId="{EF271A90-362B-4D1A-B5B5-074264EC45AE}" type="pres">
      <dgm:prSet presAssocID="{2B86ECB8-6BFF-4212-9CBD-2346BBC91400}" presName="node" presStyleLbl="alignAccFollowNode1" presStyleIdx="5" presStyleCnt="7">
        <dgm:presLayoutVars>
          <dgm:bulletEnabled val="1"/>
        </dgm:presLayoutVars>
      </dgm:prSet>
      <dgm:spPr/>
    </dgm:pt>
    <dgm:pt modelId="{0128FBE6-AD52-42DF-9E38-B1F6F995A1DA}" type="pres">
      <dgm:prSet presAssocID="{53C46022-4FCE-4C5C-AEAF-2F33BBC71DEF}" presName="vSp" presStyleCnt="0"/>
      <dgm:spPr/>
    </dgm:pt>
    <dgm:pt modelId="{D162589D-93A3-4020-83BB-B5D9B577BCA2}" type="pres">
      <dgm:prSet presAssocID="{6A4287A8-6075-409B-A17E-2BCAFD9E34BE}" presName="horFlow" presStyleCnt="0"/>
      <dgm:spPr/>
    </dgm:pt>
    <dgm:pt modelId="{6356A5FB-502C-4FC7-8EC9-74E670DAB07F}" type="pres">
      <dgm:prSet presAssocID="{6A4287A8-6075-409B-A17E-2BCAFD9E34BE}" presName="bigChev" presStyleLbl="node1" presStyleIdx="3" presStyleCnt="4"/>
      <dgm:spPr/>
    </dgm:pt>
    <dgm:pt modelId="{4493F469-F3EC-4E6A-BAEB-F0DD73591225}" type="pres">
      <dgm:prSet presAssocID="{A51A16C8-6A92-4E3E-A3B7-AC9DCD7C94C5}" presName="parTrans" presStyleCnt="0"/>
      <dgm:spPr/>
    </dgm:pt>
    <dgm:pt modelId="{1F80FEE7-BAE5-4064-A2FA-B2872852BDE5}" type="pres">
      <dgm:prSet presAssocID="{C42E9002-214A-4DD6-B17F-37AD1A82A3F3}" presName="node" presStyleLbl="alignAccFollowNode1" presStyleIdx="6" presStyleCnt="7">
        <dgm:presLayoutVars>
          <dgm:bulletEnabled val="1"/>
        </dgm:presLayoutVars>
      </dgm:prSet>
      <dgm:spPr/>
    </dgm:pt>
  </dgm:ptLst>
  <dgm:cxnLst>
    <dgm:cxn modelId="{1A838022-0FFE-4361-A011-03DB563E5F19}" srcId="{6A4287A8-6075-409B-A17E-2BCAFD9E34BE}" destId="{C42E9002-214A-4DD6-B17F-37AD1A82A3F3}" srcOrd="0" destOrd="0" parTransId="{A51A16C8-6A92-4E3E-A3B7-AC9DCD7C94C5}" sibTransId="{5C45535F-093A-49B1-87CB-889360CBF6A6}"/>
    <dgm:cxn modelId="{75F1DF29-D1B6-4AE4-AC79-9D2795A3B945}" type="presOf" srcId="{38EB168C-1C70-48EC-B088-1385540CAA92}" destId="{4F077616-8BDC-4A62-9A13-55B95DEC6FB6}" srcOrd="0" destOrd="0" presId="urn:microsoft.com/office/officeart/2005/8/layout/lProcess3"/>
    <dgm:cxn modelId="{2A7DC131-11D0-4FBE-9774-910F025FE0E4}" type="presOf" srcId="{0BEDB5F6-B29C-432A-A824-D326FA1A8FA4}" destId="{05889462-E21B-4141-A6B9-25238B840916}" srcOrd="0" destOrd="0" presId="urn:microsoft.com/office/officeart/2005/8/layout/lProcess3"/>
    <dgm:cxn modelId="{E0AA3B32-4A7D-484D-90B7-704E7F8430F9}" srcId="{53C46022-4FCE-4C5C-AEAF-2F33BBC71DEF}" destId="{2B86ECB8-6BFF-4212-9CBD-2346BBC91400}" srcOrd="0" destOrd="0" parTransId="{6C469CAB-2436-4A21-9E63-822AF1A5CF03}" sibTransId="{2A9FD606-7A80-450F-A403-4A4F88C1CA19}"/>
    <dgm:cxn modelId="{97B9BD3A-6686-4EC6-ACEF-8222D3A3694A}" type="presOf" srcId="{C42E9002-214A-4DD6-B17F-37AD1A82A3F3}" destId="{1F80FEE7-BAE5-4064-A2FA-B2872852BDE5}" srcOrd="0" destOrd="0" presId="urn:microsoft.com/office/officeart/2005/8/layout/lProcess3"/>
    <dgm:cxn modelId="{7929A362-44E3-4C00-B5C0-EEE0CBE1DD4A}" type="presOf" srcId="{63B6857A-1A35-4B1E-A3A1-B9822444D77C}" destId="{D700DD64-B755-4753-84CB-31F9AB23FFF2}" srcOrd="0" destOrd="0" presId="urn:microsoft.com/office/officeart/2005/8/layout/lProcess3"/>
    <dgm:cxn modelId="{48B3F745-DDDE-460B-BF38-60BE22E6A293}" srcId="{DF290614-9B4D-4DA6-A85C-B02915096AD8}" destId="{38EB168C-1C70-48EC-B088-1385540CAA92}" srcOrd="0" destOrd="0" parTransId="{DE794264-54DD-4BC7-A726-19F51E2213E6}" sibTransId="{AD40FFC8-743C-4DCB-88DE-4F4C41E112B9}"/>
    <dgm:cxn modelId="{7A824957-1F78-41D0-9A9A-0FF55849957B}" type="presOf" srcId="{A63629DA-BB1C-41D2-913B-C4AED2047E7F}" destId="{8FC97345-DD36-49E9-B416-CD6CDEC69589}" srcOrd="0" destOrd="0" presId="urn:microsoft.com/office/officeart/2005/8/layout/lProcess3"/>
    <dgm:cxn modelId="{DCF49496-AB8E-4455-872A-C920CA5C2B17}" srcId="{A63629DA-BB1C-41D2-913B-C4AED2047E7F}" destId="{53C46022-4FCE-4C5C-AEAF-2F33BBC71DEF}" srcOrd="2" destOrd="0" parTransId="{A3249014-FB4A-4618-BC75-D6FCDE8049B0}" sibTransId="{A52C1661-BD34-4821-8C4D-C4938ABEA36A}"/>
    <dgm:cxn modelId="{78BCF89A-E6A7-4C37-815B-D0E5CA7A31F0}" type="presOf" srcId="{48E8F5AD-3976-4365-B66A-FA409B477067}" destId="{2ADC53D0-1F0B-414A-81D1-8747F5DD2D79}" srcOrd="0" destOrd="0" presId="urn:microsoft.com/office/officeart/2005/8/layout/lProcess3"/>
    <dgm:cxn modelId="{8C4C629B-E3B1-4E3D-8C69-6B3825D20DAE}" type="presOf" srcId="{4B4960B8-28A5-44AE-BC57-45801513ADFE}" destId="{988E9A22-149C-4253-A7A8-4A9A5134443B}" srcOrd="0" destOrd="0" presId="urn:microsoft.com/office/officeart/2005/8/layout/lProcess3"/>
    <dgm:cxn modelId="{315D58A5-5C9F-4AAE-94F3-B4A74763EF58}" type="presOf" srcId="{DF290614-9B4D-4DA6-A85C-B02915096AD8}" destId="{D07635C9-BD96-46FE-8AE1-C79C624F539C}" srcOrd="0" destOrd="0" presId="urn:microsoft.com/office/officeart/2005/8/layout/lProcess3"/>
    <dgm:cxn modelId="{E4DE18B3-7DCB-4587-9B87-D99132AA9CCC}" type="presOf" srcId="{6A4287A8-6075-409B-A17E-2BCAFD9E34BE}" destId="{6356A5FB-502C-4FC7-8EC9-74E670DAB07F}" srcOrd="0" destOrd="0" presId="urn:microsoft.com/office/officeart/2005/8/layout/lProcess3"/>
    <dgm:cxn modelId="{62306CB4-3FF8-4928-84C2-34954DFAD96B}" srcId="{A63629DA-BB1C-41D2-913B-C4AED2047E7F}" destId="{4B4960B8-28A5-44AE-BC57-45801513ADFE}" srcOrd="0" destOrd="0" parTransId="{320823F0-D3D5-4799-AC5B-34810C3A99AD}" sibTransId="{9BCF1252-5D2E-461E-9E46-AB7C4A47A53D}"/>
    <dgm:cxn modelId="{8FE5E4B9-52CA-43A1-9C0B-1B4D17081702}" type="presOf" srcId="{AE018C93-D99D-491E-A296-04F092481D33}" destId="{B5BF3718-FC78-4EF9-8F25-5555A2E4B4A5}" srcOrd="0" destOrd="0" presId="urn:microsoft.com/office/officeart/2005/8/layout/lProcess3"/>
    <dgm:cxn modelId="{4BFFE7C2-054F-4BB4-AF77-1C57DDF9000F}" srcId="{A63629DA-BB1C-41D2-913B-C4AED2047E7F}" destId="{6A4287A8-6075-409B-A17E-2BCAFD9E34BE}" srcOrd="3" destOrd="0" parTransId="{3557D358-838B-49C9-A01A-08022E873BA4}" sibTransId="{0199CCEC-A11B-4373-A454-3BEDFF2F3516}"/>
    <dgm:cxn modelId="{5C930DC6-6D62-46F2-A71D-E4AC353EE8BB}" type="presOf" srcId="{53C46022-4FCE-4C5C-AEAF-2F33BBC71DEF}" destId="{4AFF304D-BFD7-41FF-B18C-24AD4EFA73A2}" srcOrd="0" destOrd="0" presId="urn:microsoft.com/office/officeart/2005/8/layout/lProcess3"/>
    <dgm:cxn modelId="{9A9E5CC9-E2FE-4171-8DEA-9E1D6B4B819D}" srcId="{4B4960B8-28A5-44AE-BC57-45801513ADFE}" destId="{0BEDB5F6-B29C-432A-A824-D326FA1A8FA4}" srcOrd="0" destOrd="0" parTransId="{46D25F0F-522D-4586-8F31-7C1EAA24BD13}" sibTransId="{E694F901-1E41-4429-8A77-4179B6B2E27E}"/>
    <dgm:cxn modelId="{0CC818D1-A9F1-4647-B751-CC9D15B0D551}" type="presOf" srcId="{2B86ECB8-6BFF-4212-9CBD-2346BBC91400}" destId="{EF271A90-362B-4D1A-B5B5-074264EC45AE}" srcOrd="0" destOrd="0" presId="urn:microsoft.com/office/officeart/2005/8/layout/lProcess3"/>
    <dgm:cxn modelId="{3BE7B7E5-2682-40B1-AFBF-2C4724DD0E9C}" srcId="{A63629DA-BB1C-41D2-913B-C4AED2047E7F}" destId="{DF290614-9B4D-4DA6-A85C-B02915096AD8}" srcOrd="1" destOrd="0" parTransId="{660BD727-76E9-4883-9C10-3ECBCBC583C2}" sibTransId="{2A02C0DF-0D24-43A7-8333-4AFE1F19D89E}"/>
    <dgm:cxn modelId="{A41E30E6-5B4B-4798-8E77-B5D0485F30CF}" srcId="{DF290614-9B4D-4DA6-A85C-B02915096AD8}" destId="{63B6857A-1A35-4B1E-A3A1-B9822444D77C}" srcOrd="1" destOrd="0" parTransId="{9D846D7E-6631-4D6D-AA70-99BA7E5A231D}" sibTransId="{F982E965-79EC-4D08-B562-49AB9F7699A8}"/>
    <dgm:cxn modelId="{2CF0B7ED-99F1-41FF-BBAF-3212A2F74B8B}" srcId="{DF290614-9B4D-4DA6-A85C-B02915096AD8}" destId="{AE018C93-D99D-491E-A296-04F092481D33}" srcOrd="2" destOrd="0" parTransId="{51ED94D6-1790-414C-BE81-988F9609F486}" sibTransId="{CF1F083E-3643-4306-A347-F74381E8818D}"/>
    <dgm:cxn modelId="{DEC467FA-5093-4BB0-A4B1-4AF49C5D1B1F}" srcId="{4B4960B8-28A5-44AE-BC57-45801513ADFE}" destId="{48E8F5AD-3976-4365-B66A-FA409B477067}" srcOrd="1" destOrd="0" parTransId="{AF3273CB-F45F-4186-933A-319289294776}" sibTransId="{413F5971-9F83-415D-BE0C-40D4C0BDAE45}"/>
    <dgm:cxn modelId="{3A9FF467-46FE-4CB1-981F-326E526C5290}" type="presParOf" srcId="{8FC97345-DD36-49E9-B416-CD6CDEC69589}" destId="{2276BB54-1749-40DB-BCE9-8E738E71D519}" srcOrd="0" destOrd="0" presId="urn:microsoft.com/office/officeart/2005/8/layout/lProcess3"/>
    <dgm:cxn modelId="{27825ACC-C886-4C96-94EE-3E34A304899F}" type="presParOf" srcId="{2276BB54-1749-40DB-BCE9-8E738E71D519}" destId="{988E9A22-149C-4253-A7A8-4A9A5134443B}" srcOrd="0" destOrd="0" presId="urn:microsoft.com/office/officeart/2005/8/layout/lProcess3"/>
    <dgm:cxn modelId="{3862C55B-1773-44FC-A99B-4EC02962D93E}" type="presParOf" srcId="{2276BB54-1749-40DB-BCE9-8E738E71D519}" destId="{9A8AD687-B2BE-43B3-8D60-4A011B2F0633}" srcOrd="1" destOrd="0" presId="urn:microsoft.com/office/officeart/2005/8/layout/lProcess3"/>
    <dgm:cxn modelId="{014E77CD-C39A-426A-B62E-4870D95350F5}" type="presParOf" srcId="{2276BB54-1749-40DB-BCE9-8E738E71D519}" destId="{05889462-E21B-4141-A6B9-25238B840916}" srcOrd="2" destOrd="0" presId="urn:microsoft.com/office/officeart/2005/8/layout/lProcess3"/>
    <dgm:cxn modelId="{7D457C0C-FED5-4554-BACB-D961361C83EF}" type="presParOf" srcId="{2276BB54-1749-40DB-BCE9-8E738E71D519}" destId="{D2BEB111-D069-4502-8148-D9EF13B40C73}" srcOrd="3" destOrd="0" presId="urn:microsoft.com/office/officeart/2005/8/layout/lProcess3"/>
    <dgm:cxn modelId="{4D6B8F4C-E380-4AF2-9971-20B2C76835EF}" type="presParOf" srcId="{2276BB54-1749-40DB-BCE9-8E738E71D519}" destId="{2ADC53D0-1F0B-414A-81D1-8747F5DD2D79}" srcOrd="4" destOrd="0" presId="urn:microsoft.com/office/officeart/2005/8/layout/lProcess3"/>
    <dgm:cxn modelId="{44A4FCAC-3AD6-40AF-92C3-A2A3D0CE3D2A}" type="presParOf" srcId="{8FC97345-DD36-49E9-B416-CD6CDEC69589}" destId="{F3CEA476-AAF2-4278-8B69-2DC9F82F8E6B}" srcOrd="1" destOrd="0" presId="urn:microsoft.com/office/officeart/2005/8/layout/lProcess3"/>
    <dgm:cxn modelId="{71921B45-ED0F-436F-9F56-7D4F8745805D}" type="presParOf" srcId="{8FC97345-DD36-49E9-B416-CD6CDEC69589}" destId="{5C3617B0-D50A-49FB-8465-49F113158415}" srcOrd="2" destOrd="0" presId="urn:microsoft.com/office/officeart/2005/8/layout/lProcess3"/>
    <dgm:cxn modelId="{43E20092-9F78-4E57-9CC5-DEE03680186E}" type="presParOf" srcId="{5C3617B0-D50A-49FB-8465-49F113158415}" destId="{D07635C9-BD96-46FE-8AE1-C79C624F539C}" srcOrd="0" destOrd="0" presId="urn:microsoft.com/office/officeart/2005/8/layout/lProcess3"/>
    <dgm:cxn modelId="{DEA571A8-F159-43F6-A0BC-B265E8CFAFCD}" type="presParOf" srcId="{5C3617B0-D50A-49FB-8465-49F113158415}" destId="{96C2E736-D1FD-4841-8FC5-C5513CB056D3}" srcOrd="1" destOrd="0" presId="urn:microsoft.com/office/officeart/2005/8/layout/lProcess3"/>
    <dgm:cxn modelId="{144C4BAD-692B-4F3A-8998-CD93619CC79B}" type="presParOf" srcId="{5C3617B0-D50A-49FB-8465-49F113158415}" destId="{4F077616-8BDC-4A62-9A13-55B95DEC6FB6}" srcOrd="2" destOrd="0" presId="urn:microsoft.com/office/officeart/2005/8/layout/lProcess3"/>
    <dgm:cxn modelId="{5CDC9E14-5A9E-4F50-9201-4D8204502AB1}" type="presParOf" srcId="{5C3617B0-D50A-49FB-8465-49F113158415}" destId="{E6B00B8E-A14C-45B0-BA79-9BD4CB568839}" srcOrd="3" destOrd="0" presId="urn:microsoft.com/office/officeart/2005/8/layout/lProcess3"/>
    <dgm:cxn modelId="{A6BC895F-EB81-47C7-97C2-D06D593AA575}" type="presParOf" srcId="{5C3617B0-D50A-49FB-8465-49F113158415}" destId="{D700DD64-B755-4753-84CB-31F9AB23FFF2}" srcOrd="4" destOrd="0" presId="urn:microsoft.com/office/officeart/2005/8/layout/lProcess3"/>
    <dgm:cxn modelId="{465DB665-2495-45B4-A9A4-E832F9DA28C0}" type="presParOf" srcId="{5C3617B0-D50A-49FB-8465-49F113158415}" destId="{EED6B98F-77C1-4F78-92F6-85B4B628CE83}" srcOrd="5" destOrd="0" presId="urn:microsoft.com/office/officeart/2005/8/layout/lProcess3"/>
    <dgm:cxn modelId="{4EB5E66C-7E5C-4904-A84F-92482829F083}" type="presParOf" srcId="{5C3617B0-D50A-49FB-8465-49F113158415}" destId="{B5BF3718-FC78-4EF9-8F25-5555A2E4B4A5}" srcOrd="6" destOrd="0" presId="urn:microsoft.com/office/officeart/2005/8/layout/lProcess3"/>
    <dgm:cxn modelId="{034E8972-10E1-4E20-AC80-25F3FE5B8233}" type="presParOf" srcId="{8FC97345-DD36-49E9-B416-CD6CDEC69589}" destId="{3BA67C84-B201-483B-B381-69374485B5E6}" srcOrd="3" destOrd="0" presId="urn:microsoft.com/office/officeart/2005/8/layout/lProcess3"/>
    <dgm:cxn modelId="{4EC3B78B-82A7-42E2-A9E8-6281AF9B1B7C}" type="presParOf" srcId="{8FC97345-DD36-49E9-B416-CD6CDEC69589}" destId="{EA8D364D-61CD-476B-9D4E-E2B7D86EBA2E}" srcOrd="4" destOrd="0" presId="urn:microsoft.com/office/officeart/2005/8/layout/lProcess3"/>
    <dgm:cxn modelId="{B7CBC537-894C-4A39-920B-04E9B887D3ED}" type="presParOf" srcId="{EA8D364D-61CD-476B-9D4E-E2B7D86EBA2E}" destId="{4AFF304D-BFD7-41FF-B18C-24AD4EFA73A2}" srcOrd="0" destOrd="0" presId="urn:microsoft.com/office/officeart/2005/8/layout/lProcess3"/>
    <dgm:cxn modelId="{3FDC7ABB-E604-4759-B2B6-D86E3D2B2CE1}" type="presParOf" srcId="{EA8D364D-61CD-476B-9D4E-E2B7D86EBA2E}" destId="{92C947A5-E646-4AA0-97C4-D8F2DD9A25DD}" srcOrd="1" destOrd="0" presId="urn:microsoft.com/office/officeart/2005/8/layout/lProcess3"/>
    <dgm:cxn modelId="{3C76B1E0-8884-4929-9587-7A0CD28D8367}" type="presParOf" srcId="{EA8D364D-61CD-476B-9D4E-E2B7D86EBA2E}" destId="{EF271A90-362B-4D1A-B5B5-074264EC45AE}" srcOrd="2" destOrd="0" presId="urn:microsoft.com/office/officeart/2005/8/layout/lProcess3"/>
    <dgm:cxn modelId="{5C007E61-BB68-4486-81F8-73B3F8A1F71F}" type="presParOf" srcId="{8FC97345-DD36-49E9-B416-CD6CDEC69589}" destId="{0128FBE6-AD52-42DF-9E38-B1F6F995A1DA}" srcOrd="5" destOrd="0" presId="urn:microsoft.com/office/officeart/2005/8/layout/lProcess3"/>
    <dgm:cxn modelId="{2436AEEC-26C0-41A0-9106-1C93055827B8}" type="presParOf" srcId="{8FC97345-DD36-49E9-B416-CD6CDEC69589}" destId="{D162589D-93A3-4020-83BB-B5D9B577BCA2}" srcOrd="6" destOrd="0" presId="urn:microsoft.com/office/officeart/2005/8/layout/lProcess3"/>
    <dgm:cxn modelId="{14865B96-9F6E-47A3-A153-13717FCE00C0}" type="presParOf" srcId="{D162589D-93A3-4020-83BB-B5D9B577BCA2}" destId="{6356A5FB-502C-4FC7-8EC9-74E670DAB07F}" srcOrd="0" destOrd="0" presId="urn:microsoft.com/office/officeart/2005/8/layout/lProcess3"/>
    <dgm:cxn modelId="{44D4BDB7-001D-40A8-BC62-17D3654A2C3F}" type="presParOf" srcId="{D162589D-93A3-4020-83BB-B5D9B577BCA2}" destId="{4493F469-F3EC-4E6A-BAEB-F0DD73591225}" srcOrd="1" destOrd="0" presId="urn:microsoft.com/office/officeart/2005/8/layout/lProcess3"/>
    <dgm:cxn modelId="{B938CDCE-975A-4F3C-9358-E6F40221D70A}" type="presParOf" srcId="{D162589D-93A3-4020-83BB-B5D9B577BCA2}" destId="{1F80FEE7-BAE5-4064-A2FA-B2872852BDE5}" srcOrd="2" destOrd="0" presId="urn:microsoft.com/office/officeart/2005/8/layout/lProcess3"/>
  </dgm:cxnLst>
  <dgm:bg>
    <a:solidFill>
      <a:srgbClr val="F0F0F0">
        <a:alpha val="0"/>
      </a:srgb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373D374-3B17-41BC-B2C4-3A72C0BDF210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O"/>
        </a:p>
      </dgm:t>
    </dgm:pt>
    <dgm:pt modelId="{A1FC8A88-DFA8-4DCC-A3F0-845F581096C7}">
      <dgm:prSet phldrT="[Texto]" custT="1"/>
      <dgm:spPr/>
      <dgm:t>
        <a:bodyPr/>
        <a:lstStyle/>
        <a:p>
          <a:r>
            <a:rPr lang="es-ES" sz="1400" dirty="0"/>
            <a:t>Ordenes Manuales o Externas tener en cuenta la letra </a:t>
          </a:r>
          <a:r>
            <a:rPr lang="es-ES" sz="1400" b="1" dirty="0"/>
            <a:t>NO</a:t>
          </a:r>
          <a:r>
            <a:rPr lang="es-ES" sz="1400" dirty="0"/>
            <a:t> los Cups  </a:t>
          </a:r>
          <a:endParaRPr lang="es-CO" sz="1400" dirty="0"/>
        </a:p>
      </dgm:t>
    </dgm:pt>
    <dgm:pt modelId="{4EDC792B-0751-432B-8403-61394F5BADBD}" type="parTrans" cxnId="{5994F737-90BB-4869-BE08-BC458B0E3154}">
      <dgm:prSet/>
      <dgm:spPr/>
      <dgm:t>
        <a:bodyPr/>
        <a:lstStyle/>
        <a:p>
          <a:endParaRPr lang="es-CO" sz="1400"/>
        </a:p>
      </dgm:t>
    </dgm:pt>
    <dgm:pt modelId="{801FC840-BB21-4056-91A3-6943DC89D4EB}" type="sibTrans" cxnId="{5994F737-90BB-4869-BE08-BC458B0E3154}">
      <dgm:prSet custT="1"/>
      <dgm:spPr/>
      <dgm:t>
        <a:bodyPr/>
        <a:lstStyle/>
        <a:p>
          <a:endParaRPr lang="es-CO" sz="1400"/>
        </a:p>
      </dgm:t>
    </dgm:pt>
    <dgm:pt modelId="{D0222C72-4E35-45C7-8A97-7D1992201A4D}">
      <dgm:prSet phldrT="[Texto]" custT="1"/>
      <dgm:spPr/>
      <dgm:t>
        <a:bodyPr/>
        <a:lstStyle/>
        <a:p>
          <a:r>
            <a:rPr lang="es-ES" sz="1400" dirty="0"/>
            <a:t>las solicitudes de control para  BK se ingresan BK1 y mycobacterium Cultivo</a:t>
          </a:r>
        </a:p>
        <a:p>
          <a:endParaRPr lang="es-ES" sz="1400" dirty="0"/>
        </a:p>
        <a:p>
          <a:endParaRPr lang="es-CO" sz="1400" dirty="0"/>
        </a:p>
      </dgm:t>
    </dgm:pt>
    <dgm:pt modelId="{1A281D15-73D7-4F11-9EA1-C9ADDDBCD499}" type="sibTrans" cxnId="{92CC5372-8754-4B4B-9F8D-A152714231EA}">
      <dgm:prSet/>
      <dgm:spPr/>
      <dgm:t>
        <a:bodyPr/>
        <a:lstStyle/>
        <a:p>
          <a:endParaRPr lang="es-CO" sz="1400"/>
        </a:p>
      </dgm:t>
    </dgm:pt>
    <dgm:pt modelId="{7693DA3B-EBE9-4E9E-8406-87456AE252B8}" type="parTrans" cxnId="{92CC5372-8754-4B4B-9F8D-A152714231EA}">
      <dgm:prSet/>
      <dgm:spPr/>
      <dgm:t>
        <a:bodyPr/>
        <a:lstStyle/>
        <a:p>
          <a:endParaRPr lang="es-CO" sz="1400"/>
        </a:p>
      </dgm:t>
    </dgm:pt>
    <dgm:pt modelId="{54C8B3B0-3696-4273-B15E-DD95A8F03385}">
      <dgm:prSet phldrT="[Texto]" custT="1"/>
      <dgm:spPr/>
      <dgm:t>
        <a:bodyPr/>
        <a:lstStyle/>
        <a:p>
          <a:r>
            <a:rPr lang="es-ES" sz="1400" dirty="0"/>
            <a:t>las solicitudes incompletas  de Baciloscopias se ajustan  según corresponda.</a:t>
          </a:r>
        </a:p>
        <a:p>
          <a:endParaRPr lang="es-CO" sz="1400"/>
        </a:p>
      </dgm:t>
    </dgm:pt>
    <dgm:pt modelId="{36BC7C97-59D7-467D-BC35-0670FDCB872B}" type="parTrans" cxnId="{1DF0985D-3990-4CAB-85CD-0116E1B3B423}">
      <dgm:prSet/>
      <dgm:spPr/>
      <dgm:t>
        <a:bodyPr/>
        <a:lstStyle/>
        <a:p>
          <a:endParaRPr lang="es-CO" sz="1400"/>
        </a:p>
      </dgm:t>
    </dgm:pt>
    <dgm:pt modelId="{ACDB82D2-E0E4-4241-9D3C-97108AE03624}" type="sibTrans" cxnId="{1DF0985D-3990-4CAB-85CD-0116E1B3B423}">
      <dgm:prSet custT="1"/>
      <dgm:spPr/>
      <dgm:t>
        <a:bodyPr/>
        <a:lstStyle/>
        <a:p>
          <a:endParaRPr lang="es-CO" sz="1400"/>
        </a:p>
      </dgm:t>
    </dgm:pt>
    <dgm:pt modelId="{C9AF924B-BAC2-442D-9301-B9A39DD79B17}">
      <dgm:prSet phldrT="[Texto]" custT="1"/>
      <dgm:spPr/>
      <dgm:t>
        <a:bodyPr/>
        <a:lstStyle/>
        <a:p>
          <a:r>
            <a:rPr lang="es-ES" sz="1400" dirty="0"/>
            <a:t>Cultivos de maternas se completan a partir de las 35 semanas.</a:t>
          </a:r>
          <a:endParaRPr lang="es-CO" sz="1400" dirty="0"/>
        </a:p>
      </dgm:t>
    </dgm:pt>
    <dgm:pt modelId="{1E8490A7-9BF9-41B0-8661-FBCB40169002}" type="parTrans" cxnId="{E17E1E42-8AC6-4A94-A491-69A5B8C0F955}">
      <dgm:prSet/>
      <dgm:spPr/>
      <dgm:t>
        <a:bodyPr/>
        <a:lstStyle/>
        <a:p>
          <a:endParaRPr lang="es-CO" sz="1400"/>
        </a:p>
      </dgm:t>
    </dgm:pt>
    <dgm:pt modelId="{06A46345-BB28-4620-916D-227B3195A116}" type="sibTrans" cxnId="{E17E1E42-8AC6-4A94-A491-69A5B8C0F955}">
      <dgm:prSet custT="1"/>
      <dgm:spPr/>
      <dgm:t>
        <a:bodyPr/>
        <a:lstStyle/>
        <a:p>
          <a:endParaRPr lang="es-CO" sz="1400"/>
        </a:p>
      </dgm:t>
    </dgm:pt>
    <dgm:pt modelId="{85C1AD0E-E620-44BC-98E0-F38379C4B116}">
      <dgm:prSet phldrT="[Texto]" custT="1"/>
      <dgm:spPr/>
      <dgm:t>
        <a:bodyPr/>
        <a:lstStyle/>
        <a:p>
          <a:pPr rtl="0"/>
          <a:r>
            <a:rPr lang="es-ES" sz="1400" dirty="0"/>
            <a:t>En todas las solicitudes de Cultivo rectal para biopsia se ingresa </a:t>
          </a:r>
          <a:r>
            <a:rPr lang="es-ES" sz="1400" dirty="0">
              <a:latin typeface="Aptos Display" panose="02110004020202020204"/>
            </a:rPr>
            <a:t>según ordenamiento medico. </a:t>
          </a:r>
          <a:endParaRPr lang="es-CO" sz="1400" dirty="0">
            <a:latin typeface="Aptos Display" panose="02110004020202020204"/>
          </a:endParaRPr>
        </a:p>
      </dgm:t>
    </dgm:pt>
    <dgm:pt modelId="{79EAFE77-963D-493F-AF1A-6CC0640AF82E}" type="parTrans" cxnId="{41CC3457-07A1-4527-9561-69A905AD959F}">
      <dgm:prSet/>
      <dgm:spPr/>
      <dgm:t>
        <a:bodyPr/>
        <a:lstStyle/>
        <a:p>
          <a:endParaRPr lang="es-CO" sz="1400"/>
        </a:p>
      </dgm:t>
    </dgm:pt>
    <dgm:pt modelId="{31859D7B-B873-458C-AABF-65929A423FB4}" type="sibTrans" cxnId="{41CC3457-07A1-4527-9561-69A905AD959F}">
      <dgm:prSet custT="1"/>
      <dgm:spPr/>
      <dgm:t>
        <a:bodyPr/>
        <a:lstStyle/>
        <a:p>
          <a:endParaRPr lang="es-CO" sz="1400"/>
        </a:p>
      </dgm:t>
    </dgm:pt>
    <dgm:pt modelId="{A3E7926D-CF59-4267-8521-4911FFC38B16}">
      <dgm:prSet phldr="0"/>
      <dgm:spPr/>
      <dgm:t>
        <a:bodyPr/>
        <a:lstStyle/>
        <a:p>
          <a:pPr rtl="0"/>
          <a:r>
            <a:rPr lang="es-ES" sz="1400" dirty="0">
              <a:latin typeface="Aptos Display" panose="02110004020202020204"/>
            </a:rPr>
            <a:t>Todos</a:t>
          </a:r>
          <a:r>
            <a:rPr lang="es-ES" sz="1400" dirty="0"/>
            <a:t> los antibiogramas se dejan en la malla SAP para NC</a:t>
          </a:r>
          <a:r>
            <a:rPr lang="es-ES" sz="1400" dirty="0">
              <a:latin typeface="Aptos Display" panose="02110004020202020204"/>
            </a:rPr>
            <a:t>. </a:t>
          </a:r>
          <a:r>
            <a:rPr lang="es-ES" sz="1400" b="0" dirty="0">
              <a:latin typeface="Aptos Display" panose="02110004020202020204"/>
            </a:rPr>
            <a:t>          </a:t>
          </a:r>
          <a:r>
            <a:rPr lang="es-ES" sz="1400" b="1" dirty="0">
              <a:solidFill>
                <a:srgbClr val="FF0000"/>
              </a:solidFill>
              <a:latin typeface="Aptos Display" panose="02110004020202020204"/>
            </a:rPr>
            <a:t>Excepto</a:t>
          </a:r>
          <a:r>
            <a:rPr lang="es-ES" sz="1400" dirty="0">
              <a:latin typeface="Aptos Display" panose="02110004020202020204"/>
            </a:rPr>
            <a:t> las solicitudes para pacientes de biopsia rectal </a:t>
          </a:r>
          <a:endParaRPr lang="en-US" sz="1800" dirty="0">
            <a:latin typeface="Aptos Display" panose="02110004020202020204"/>
          </a:endParaRPr>
        </a:p>
      </dgm:t>
    </dgm:pt>
    <dgm:pt modelId="{0A8CF3F7-484B-44BB-9D06-268DD090ABC0}" type="parTrans" cxnId="{2B0C5F87-965F-43FB-A183-74EBBA0B0364}">
      <dgm:prSet/>
      <dgm:spPr/>
    </dgm:pt>
    <dgm:pt modelId="{3AEDB103-EC4A-4467-943C-84DBD09B5392}" type="sibTrans" cxnId="{2B0C5F87-965F-43FB-A183-74EBBA0B0364}">
      <dgm:prSet/>
      <dgm:spPr/>
      <dgm:t>
        <a:bodyPr/>
        <a:lstStyle/>
        <a:p>
          <a:endParaRPr lang="en-US"/>
        </a:p>
      </dgm:t>
    </dgm:pt>
    <dgm:pt modelId="{D90830B8-CE8C-4436-BD0B-B5150529A332}">
      <dgm:prSet phldr="0"/>
      <dgm:spPr/>
      <dgm:t>
        <a:bodyPr/>
        <a:lstStyle/>
        <a:p>
          <a:endParaRPr lang="es-ES" sz="1400" dirty="0"/>
        </a:p>
        <a:p>
          <a:pPr rtl="0"/>
          <a:endParaRPr lang="es-ES" sz="1400" dirty="0">
            <a:latin typeface="Aptos Display" panose="02110004020202020204"/>
          </a:endParaRPr>
        </a:p>
        <a:p>
          <a:r>
            <a:rPr lang="es-ES" sz="1400" dirty="0"/>
            <a:t>Ordenes SAP que tengan observaciones escritas a mano o a computador se deben escalar con coordinador medico.		</a:t>
          </a:r>
        </a:p>
        <a:p>
          <a:endParaRPr lang="en-US" dirty="0"/>
        </a:p>
      </dgm:t>
    </dgm:pt>
    <dgm:pt modelId="{8FDDBEA8-F0EF-450D-8DF1-F5E0EB126979}" type="parTrans" cxnId="{B5C4CDA9-7F11-4029-8AE6-544FF15C7544}">
      <dgm:prSet/>
      <dgm:spPr/>
    </dgm:pt>
    <dgm:pt modelId="{3C4E6928-1815-4285-9659-F1A8F4092BB5}" type="sibTrans" cxnId="{B5C4CDA9-7F11-4029-8AE6-544FF15C7544}">
      <dgm:prSet/>
      <dgm:spPr/>
      <dgm:t>
        <a:bodyPr/>
        <a:lstStyle/>
        <a:p>
          <a:endParaRPr lang="en-US"/>
        </a:p>
      </dgm:t>
    </dgm:pt>
    <dgm:pt modelId="{BD0166DB-F83E-4564-81C2-9E97FEFF8877}">
      <dgm:prSet phldr="0"/>
      <dgm:spPr/>
      <dgm:t>
        <a:bodyPr/>
        <a:lstStyle/>
        <a:p>
          <a:pPr rtl="0"/>
          <a:r>
            <a:rPr lang="es-CO" sz="1400" dirty="0">
              <a:latin typeface="Aptos Display" panose="02110004020202020204"/>
            </a:rPr>
            <a:t>Si es paciente es de  biopsia rectal y solicitan envío de cultivo, antibiograma total y quinolonas se debe enviar las tres prestaciones </a:t>
          </a:r>
          <a:endParaRPr lang="es-ES" sz="1400" dirty="0">
            <a:latin typeface="Aptos Display" panose="02110004020202020204"/>
          </a:endParaRPr>
        </a:p>
      </dgm:t>
    </dgm:pt>
    <dgm:pt modelId="{AD17BA56-1901-4061-8104-5D42C6CB161B}" type="parTrans" cxnId="{D3484305-F684-48C3-96FE-8A858FF81AC8}">
      <dgm:prSet/>
      <dgm:spPr/>
    </dgm:pt>
    <dgm:pt modelId="{2A1AB35A-07DA-4412-99E7-ABABA9B50977}" type="sibTrans" cxnId="{D3484305-F684-48C3-96FE-8A858FF81AC8}">
      <dgm:prSet/>
      <dgm:spPr/>
      <dgm:t>
        <a:bodyPr/>
        <a:lstStyle/>
        <a:p>
          <a:endParaRPr lang="en-US"/>
        </a:p>
      </dgm:t>
    </dgm:pt>
    <dgm:pt modelId="{CF7794D7-BB32-48B9-85B6-A9662B324304}" type="pres">
      <dgm:prSet presAssocID="{9373D374-3B17-41BC-B2C4-3A72C0BDF210}" presName="Name0" presStyleCnt="0">
        <dgm:presLayoutVars>
          <dgm:dir/>
          <dgm:resizeHandles val="exact"/>
        </dgm:presLayoutVars>
      </dgm:prSet>
      <dgm:spPr/>
    </dgm:pt>
    <dgm:pt modelId="{8E20FC16-4360-4541-84BD-6FAC755CE79A}" type="pres">
      <dgm:prSet presAssocID="{A1FC8A88-DFA8-4DCC-A3F0-845F581096C7}" presName="node" presStyleLbl="node1" presStyleIdx="0" presStyleCnt="8">
        <dgm:presLayoutVars>
          <dgm:bulletEnabled val="1"/>
        </dgm:presLayoutVars>
      </dgm:prSet>
      <dgm:spPr/>
    </dgm:pt>
    <dgm:pt modelId="{091D8EFC-5A15-4E88-A327-6162D55CCA3D}" type="pres">
      <dgm:prSet presAssocID="{801FC840-BB21-4056-91A3-6943DC89D4EB}" presName="sibTrans" presStyleLbl="sibTrans1D1" presStyleIdx="0" presStyleCnt="7"/>
      <dgm:spPr/>
    </dgm:pt>
    <dgm:pt modelId="{F15F72C4-70B3-4C11-BAF9-608E3C38654F}" type="pres">
      <dgm:prSet presAssocID="{801FC840-BB21-4056-91A3-6943DC89D4EB}" presName="connectorText" presStyleLbl="sibTrans1D1" presStyleIdx="0" presStyleCnt="7"/>
      <dgm:spPr/>
    </dgm:pt>
    <dgm:pt modelId="{77CF7CA0-F093-46CB-BAC7-515C0E08575E}" type="pres">
      <dgm:prSet presAssocID="{C9AF924B-BAC2-442D-9301-B9A39DD79B17}" presName="node" presStyleLbl="node1" presStyleIdx="1" presStyleCnt="8" custLinFactNeighborX="-3258" custLinFactNeighborY="2172">
        <dgm:presLayoutVars>
          <dgm:bulletEnabled val="1"/>
        </dgm:presLayoutVars>
      </dgm:prSet>
      <dgm:spPr/>
    </dgm:pt>
    <dgm:pt modelId="{77C8CBA1-D364-404E-9098-3D29D33B4FD2}" type="pres">
      <dgm:prSet presAssocID="{06A46345-BB28-4620-916D-227B3195A116}" presName="sibTrans" presStyleLbl="sibTrans1D1" presStyleIdx="1" presStyleCnt="7"/>
      <dgm:spPr/>
    </dgm:pt>
    <dgm:pt modelId="{79FCCB65-305F-4158-A13D-8D0A909938E6}" type="pres">
      <dgm:prSet presAssocID="{06A46345-BB28-4620-916D-227B3195A116}" presName="connectorText" presStyleLbl="sibTrans1D1" presStyleIdx="1" presStyleCnt="7"/>
      <dgm:spPr/>
    </dgm:pt>
    <dgm:pt modelId="{97631E70-A388-4F59-98F3-E75D83ECE8C8}" type="pres">
      <dgm:prSet presAssocID="{85C1AD0E-E620-44BC-98E0-F38379C4B116}" presName="node" presStyleLbl="node1" presStyleIdx="2" presStyleCnt="8">
        <dgm:presLayoutVars>
          <dgm:bulletEnabled val="1"/>
        </dgm:presLayoutVars>
      </dgm:prSet>
      <dgm:spPr/>
    </dgm:pt>
    <dgm:pt modelId="{F3711B11-84A7-4F5E-9FEC-D780B484D942}" type="pres">
      <dgm:prSet presAssocID="{31859D7B-B873-458C-AABF-65929A423FB4}" presName="sibTrans" presStyleLbl="sibTrans1D1" presStyleIdx="2" presStyleCnt="7"/>
      <dgm:spPr/>
    </dgm:pt>
    <dgm:pt modelId="{A3EE4CE9-9DBC-4F97-82E6-88D1941068C0}" type="pres">
      <dgm:prSet presAssocID="{31859D7B-B873-458C-AABF-65929A423FB4}" presName="connectorText" presStyleLbl="sibTrans1D1" presStyleIdx="2" presStyleCnt="7"/>
      <dgm:spPr/>
    </dgm:pt>
    <dgm:pt modelId="{3C388136-E862-44A8-AD36-216E6EAE6AF5}" type="pres">
      <dgm:prSet presAssocID="{BD0166DB-F83E-4564-81C2-9E97FEFF8877}" presName="node" presStyleLbl="node1" presStyleIdx="3" presStyleCnt="8">
        <dgm:presLayoutVars>
          <dgm:bulletEnabled val="1"/>
        </dgm:presLayoutVars>
      </dgm:prSet>
      <dgm:spPr/>
    </dgm:pt>
    <dgm:pt modelId="{DCC03879-FC92-41FB-9E53-B6E299E65906}" type="pres">
      <dgm:prSet presAssocID="{2A1AB35A-07DA-4412-99E7-ABABA9B50977}" presName="sibTrans" presStyleLbl="sibTrans1D1" presStyleIdx="3" presStyleCnt="7"/>
      <dgm:spPr/>
    </dgm:pt>
    <dgm:pt modelId="{BD0A0B3F-3863-4F30-B6F3-61D6782FA86C}" type="pres">
      <dgm:prSet presAssocID="{2A1AB35A-07DA-4412-99E7-ABABA9B50977}" presName="connectorText" presStyleLbl="sibTrans1D1" presStyleIdx="3" presStyleCnt="7"/>
      <dgm:spPr/>
    </dgm:pt>
    <dgm:pt modelId="{CE59D03C-467F-42A5-8B06-4115B562B1BE}" type="pres">
      <dgm:prSet presAssocID="{A3E7926D-CF59-4267-8521-4911FFC38B16}" presName="node" presStyleLbl="node1" presStyleIdx="4" presStyleCnt="8">
        <dgm:presLayoutVars>
          <dgm:bulletEnabled val="1"/>
        </dgm:presLayoutVars>
      </dgm:prSet>
      <dgm:spPr/>
    </dgm:pt>
    <dgm:pt modelId="{750FFFD1-2515-4215-A775-9567E357DBBB}" type="pres">
      <dgm:prSet presAssocID="{3AEDB103-EC4A-4467-943C-84DBD09B5392}" presName="sibTrans" presStyleLbl="sibTrans1D1" presStyleIdx="4" presStyleCnt="7"/>
      <dgm:spPr/>
    </dgm:pt>
    <dgm:pt modelId="{278C7BF8-2542-44E7-869E-7E3A1DB9B676}" type="pres">
      <dgm:prSet presAssocID="{3AEDB103-EC4A-4467-943C-84DBD09B5392}" presName="connectorText" presStyleLbl="sibTrans1D1" presStyleIdx="4" presStyleCnt="7"/>
      <dgm:spPr/>
    </dgm:pt>
    <dgm:pt modelId="{BA884AAE-9633-4A57-94B2-15E73EF92698}" type="pres">
      <dgm:prSet presAssocID="{D90830B8-CE8C-4436-BD0B-B5150529A332}" presName="node" presStyleLbl="node1" presStyleIdx="5" presStyleCnt="8">
        <dgm:presLayoutVars>
          <dgm:bulletEnabled val="1"/>
        </dgm:presLayoutVars>
      </dgm:prSet>
      <dgm:spPr/>
    </dgm:pt>
    <dgm:pt modelId="{5B675865-4B4A-42E6-A52E-AB2B6EF1C70F}" type="pres">
      <dgm:prSet presAssocID="{3C4E6928-1815-4285-9659-F1A8F4092BB5}" presName="sibTrans" presStyleLbl="sibTrans1D1" presStyleIdx="5" presStyleCnt="7"/>
      <dgm:spPr/>
    </dgm:pt>
    <dgm:pt modelId="{FF66A8E1-6109-40C3-9004-CB0510FB2D1E}" type="pres">
      <dgm:prSet presAssocID="{3C4E6928-1815-4285-9659-F1A8F4092BB5}" presName="connectorText" presStyleLbl="sibTrans1D1" presStyleIdx="5" presStyleCnt="7"/>
      <dgm:spPr/>
    </dgm:pt>
    <dgm:pt modelId="{63094931-D3BB-461B-A12E-DA754B697BDF}" type="pres">
      <dgm:prSet presAssocID="{54C8B3B0-3696-4273-B15E-DD95A8F03385}" presName="node" presStyleLbl="node1" presStyleIdx="6" presStyleCnt="8">
        <dgm:presLayoutVars>
          <dgm:bulletEnabled val="1"/>
        </dgm:presLayoutVars>
      </dgm:prSet>
      <dgm:spPr/>
    </dgm:pt>
    <dgm:pt modelId="{008A1405-14E2-49E2-8633-C8779834DC5A}" type="pres">
      <dgm:prSet presAssocID="{ACDB82D2-E0E4-4241-9D3C-97108AE03624}" presName="sibTrans" presStyleLbl="sibTrans1D1" presStyleIdx="6" presStyleCnt="7"/>
      <dgm:spPr/>
    </dgm:pt>
    <dgm:pt modelId="{C4D63DAF-7669-4B63-8FD7-9A539A8E170A}" type="pres">
      <dgm:prSet presAssocID="{ACDB82D2-E0E4-4241-9D3C-97108AE03624}" presName="connectorText" presStyleLbl="sibTrans1D1" presStyleIdx="6" presStyleCnt="7"/>
      <dgm:spPr/>
    </dgm:pt>
    <dgm:pt modelId="{3E227F7F-966F-4A5F-94E2-0B6C83A5CA4E}" type="pres">
      <dgm:prSet presAssocID="{D0222C72-4E35-45C7-8A97-7D1992201A4D}" presName="node" presStyleLbl="node1" presStyleIdx="7" presStyleCnt="8">
        <dgm:presLayoutVars>
          <dgm:bulletEnabled val="1"/>
        </dgm:presLayoutVars>
      </dgm:prSet>
      <dgm:spPr/>
    </dgm:pt>
  </dgm:ptLst>
  <dgm:cxnLst>
    <dgm:cxn modelId="{D3484305-F684-48C3-96FE-8A858FF81AC8}" srcId="{9373D374-3B17-41BC-B2C4-3A72C0BDF210}" destId="{BD0166DB-F83E-4564-81C2-9E97FEFF8877}" srcOrd="3" destOrd="0" parTransId="{AD17BA56-1901-4061-8104-5D42C6CB161B}" sibTransId="{2A1AB35A-07DA-4412-99E7-ABABA9B50977}"/>
    <dgm:cxn modelId="{828BD808-BD09-4020-9ED1-C2422D112B57}" type="presOf" srcId="{54C8B3B0-3696-4273-B15E-DD95A8F03385}" destId="{63094931-D3BB-461B-A12E-DA754B697BDF}" srcOrd="0" destOrd="0" presId="urn:microsoft.com/office/officeart/2016/7/layout/RepeatingBendingProcessNew"/>
    <dgm:cxn modelId="{10035C0B-773C-45CD-B369-FBFD4A6CCDCF}" type="presOf" srcId="{A3E7926D-CF59-4267-8521-4911FFC38B16}" destId="{CE59D03C-467F-42A5-8B06-4115B562B1BE}" srcOrd="0" destOrd="0" presId="urn:microsoft.com/office/officeart/2016/7/layout/RepeatingBendingProcessNew"/>
    <dgm:cxn modelId="{86710625-3926-41F7-8171-E3DC7B7349A5}" type="presOf" srcId="{D90830B8-CE8C-4436-BD0B-B5150529A332}" destId="{BA884AAE-9633-4A57-94B2-15E73EF92698}" srcOrd="0" destOrd="0" presId="urn:microsoft.com/office/officeart/2016/7/layout/RepeatingBendingProcessNew"/>
    <dgm:cxn modelId="{C6FC762C-BD4C-4A87-8052-819B01EDCE83}" type="presOf" srcId="{3C4E6928-1815-4285-9659-F1A8F4092BB5}" destId="{5B675865-4B4A-42E6-A52E-AB2B6EF1C70F}" srcOrd="0" destOrd="0" presId="urn:microsoft.com/office/officeart/2016/7/layout/RepeatingBendingProcessNew"/>
    <dgm:cxn modelId="{495D0D36-398B-49C1-98E6-8AC3A42A3C87}" type="presOf" srcId="{31859D7B-B873-458C-AABF-65929A423FB4}" destId="{F3711B11-84A7-4F5E-9FEC-D780B484D942}" srcOrd="0" destOrd="0" presId="urn:microsoft.com/office/officeart/2016/7/layout/RepeatingBendingProcessNew"/>
    <dgm:cxn modelId="{6ECCC837-C0A2-44F3-91AF-A62023137454}" type="presOf" srcId="{BD0166DB-F83E-4564-81C2-9E97FEFF8877}" destId="{3C388136-E862-44A8-AD36-216E6EAE6AF5}" srcOrd="0" destOrd="0" presId="urn:microsoft.com/office/officeart/2016/7/layout/RepeatingBendingProcessNew"/>
    <dgm:cxn modelId="{5994F737-90BB-4869-BE08-BC458B0E3154}" srcId="{9373D374-3B17-41BC-B2C4-3A72C0BDF210}" destId="{A1FC8A88-DFA8-4DCC-A3F0-845F581096C7}" srcOrd="0" destOrd="0" parTransId="{4EDC792B-0751-432B-8403-61394F5BADBD}" sibTransId="{801FC840-BB21-4056-91A3-6943DC89D4EB}"/>
    <dgm:cxn modelId="{1DF0985D-3990-4CAB-85CD-0116E1B3B423}" srcId="{9373D374-3B17-41BC-B2C4-3A72C0BDF210}" destId="{54C8B3B0-3696-4273-B15E-DD95A8F03385}" srcOrd="6" destOrd="0" parTransId="{36BC7C97-59D7-467D-BC35-0670FDCB872B}" sibTransId="{ACDB82D2-E0E4-4241-9D3C-97108AE03624}"/>
    <dgm:cxn modelId="{7E00B35E-5D00-4CB4-B15C-C948E11EE350}" type="presOf" srcId="{06A46345-BB28-4620-916D-227B3195A116}" destId="{77C8CBA1-D364-404E-9098-3D29D33B4FD2}" srcOrd="0" destOrd="0" presId="urn:microsoft.com/office/officeart/2016/7/layout/RepeatingBendingProcessNew"/>
    <dgm:cxn modelId="{E17E1E42-8AC6-4A94-A491-69A5B8C0F955}" srcId="{9373D374-3B17-41BC-B2C4-3A72C0BDF210}" destId="{C9AF924B-BAC2-442D-9301-B9A39DD79B17}" srcOrd="1" destOrd="0" parTransId="{1E8490A7-9BF9-41B0-8661-FBCB40169002}" sibTransId="{06A46345-BB28-4620-916D-227B3195A116}"/>
    <dgm:cxn modelId="{59398246-9F5F-4735-9CD7-6926A030BE79}" type="presOf" srcId="{3C4E6928-1815-4285-9659-F1A8F4092BB5}" destId="{FF66A8E1-6109-40C3-9004-CB0510FB2D1E}" srcOrd="1" destOrd="0" presId="urn:microsoft.com/office/officeart/2016/7/layout/RepeatingBendingProcessNew"/>
    <dgm:cxn modelId="{D9E3F449-7756-4316-8B46-3E66E86AA158}" type="presOf" srcId="{ACDB82D2-E0E4-4241-9D3C-97108AE03624}" destId="{008A1405-14E2-49E2-8633-C8779834DC5A}" srcOrd="0" destOrd="0" presId="urn:microsoft.com/office/officeart/2016/7/layout/RepeatingBendingProcessNew"/>
    <dgm:cxn modelId="{8DD84C52-704F-4137-AB60-E26FD0CCD83A}" type="presOf" srcId="{85C1AD0E-E620-44BC-98E0-F38379C4B116}" destId="{97631E70-A388-4F59-98F3-E75D83ECE8C8}" srcOrd="0" destOrd="0" presId="urn:microsoft.com/office/officeart/2016/7/layout/RepeatingBendingProcessNew"/>
    <dgm:cxn modelId="{92CC5372-8754-4B4B-9F8D-A152714231EA}" srcId="{9373D374-3B17-41BC-B2C4-3A72C0BDF210}" destId="{D0222C72-4E35-45C7-8A97-7D1992201A4D}" srcOrd="7" destOrd="0" parTransId="{7693DA3B-EBE9-4E9E-8406-87456AE252B8}" sibTransId="{1A281D15-73D7-4F11-9EA1-C9ADDDBCD499}"/>
    <dgm:cxn modelId="{3CC09874-9C6C-4552-999F-AC3D1E4DAC38}" type="presOf" srcId="{A1FC8A88-DFA8-4DCC-A3F0-845F581096C7}" destId="{8E20FC16-4360-4541-84BD-6FAC755CE79A}" srcOrd="0" destOrd="0" presId="urn:microsoft.com/office/officeart/2016/7/layout/RepeatingBendingProcessNew"/>
    <dgm:cxn modelId="{41CC3457-07A1-4527-9561-69A905AD959F}" srcId="{9373D374-3B17-41BC-B2C4-3A72C0BDF210}" destId="{85C1AD0E-E620-44BC-98E0-F38379C4B116}" srcOrd="2" destOrd="0" parTransId="{79EAFE77-963D-493F-AF1A-6CC0640AF82E}" sibTransId="{31859D7B-B873-458C-AABF-65929A423FB4}"/>
    <dgm:cxn modelId="{BD67E857-C9C1-4E1B-8017-C6CBD673DCE2}" type="presOf" srcId="{801FC840-BB21-4056-91A3-6943DC89D4EB}" destId="{091D8EFC-5A15-4E88-A327-6162D55CCA3D}" srcOrd="0" destOrd="0" presId="urn:microsoft.com/office/officeart/2016/7/layout/RepeatingBendingProcessNew"/>
    <dgm:cxn modelId="{0F6A737A-BC0D-459C-91C6-E8A46050935D}" type="presOf" srcId="{2A1AB35A-07DA-4412-99E7-ABABA9B50977}" destId="{DCC03879-FC92-41FB-9E53-B6E299E65906}" srcOrd="0" destOrd="0" presId="urn:microsoft.com/office/officeart/2016/7/layout/RepeatingBendingProcessNew"/>
    <dgm:cxn modelId="{5CB8BE5A-DB0F-4EFD-B686-8FBE4C6A7B30}" type="presOf" srcId="{31859D7B-B873-458C-AABF-65929A423FB4}" destId="{A3EE4CE9-9DBC-4F97-82E6-88D1941068C0}" srcOrd="1" destOrd="0" presId="urn:microsoft.com/office/officeart/2016/7/layout/RepeatingBendingProcessNew"/>
    <dgm:cxn modelId="{2B0C5F87-965F-43FB-A183-74EBBA0B0364}" srcId="{9373D374-3B17-41BC-B2C4-3A72C0BDF210}" destId="{A3E7926D-CF59-4267-8521-4911FFC38B16}" srcOrd="4" destOrd="0" parTransId="{0A8CF3F7-484B-44BB-9D06-268DD090ABC0}" sibTransId="{3AEDB103-EC4A-4467-943C-84DBD09B5392}"/>
    <dgm:cxn modelId="{22806896-8D1D-4C5C-896E-525D60A42D6A}" type="presOf" srcId="{3AEDB103-EC4A-4467-943C-84DBD09B5392}" destId="{278C7BF8-2542-44E7-869E-7E3A1DB9B676}" srcOrd="1" destOrd="0" presId="urn:microsoft.com/office/officeart/2016/7/layout/RepeatingBendingProcessNew"/>
    <dgm:cxn modelId="{B5C4CDA9-7F11-4029-8AE6-544FF15C7544}" srcId="{9373D374-3B17-41BC-B2C4-3A72C0BDF210}" destId="{D90830B8-CE8C-4436-BD0B-B5150529A332}" srcOrd="5" destOrd="0" parTransId="{8FDDBEA8-F0EF-450D-8DF1-F5E0EB126979}" sibTransId="{3C4E6928-1815-4285-9659-F1A8F4092BB5}"/>
    <dgm:cxn modelId="{3A1233D1-0A0E-4869-9EBF-02F7CE5275EE}" type="presOf" srcId="{3AEDB103-EC4A-4467-943C-84DBD09B5392}" destId="{750FFFD1-2515-4215-A775-9567E357DBBB}" srcOrd="0" destOrd="0" presId="urn:microsoft.com/office/officeart/2016/7/layout/RepeatingBendingProcessNew"/>
    <dgm:cxn modelId="{831CA2E9-EE48-4407-B550-D3ABB0CF1F1A}" type="presOf" srcId="{ACDB82D2-E0E4-4241-9D3C-97108AE03624}" destId="{C4D63DAF-7669-4B63-8FD7-9A539A8E170A}" srcOrd="1" destOrd="0" presId="urn:microsoft.com/office/officeart/2016/7/layout/RepeatingBendingProcessNew"/>
    <dgm:cxn modelId="{A51BDAE9-1847-490C-A9F1-7A16C2AAB623}" type="presOf" srcId="{801FC840-BB21-4056-91A3-6943DC89D4EB}" destId="{F15F72C4-70B3-4C11-BAF9-608E3C38654F}" srcOrd="1" destOrd="0" presId="urn:microsoft.com/office/officeart/2016/7/layout/RepeatingBendingProcessNew"/>
    <dgm:cxn modelId="{0D2639F1-32D3-40F2-B96C-A35F5E00C798}" type="presOf" srcId="{06A46345-BB28-4620-916D-227B3195A116}" destId="{79FCCB65-305F-4158-A13D-8D0A909938E6}" srcOrd="1" destOrd="0" presId="urn:microsoft.com/office/officeart/2016/7/layout/RepeatingBendingProcessNew"/>
    <dgm:cxn modelId="{C66391F4-0301-4094-BBCD-4FA25ACB60CD}" type="presOf" srcId="{C9AF924B-BAC2-442D-9301-B9A39DD79B17}" destId="{77CF7CA0-F093-46CB-BAC7-515C0E08575E}" srcOrd="0" destOrd="0" presId="urn:microsoft.com/office/officeart/2016/7/layout/RepeatingBendingProcessNew"/>
    <dgm:cxn modelId="{D1E799F4-6ACC-4920-ADCC-869A888F0EAD}" type="presOf" srcId="{9373D374-3B17-41BC-B2C4-3A72C0BDF210}" destId="{CF7794D7-BB32-48B9-85B6-A9662B324304}" srcOrd="0" destOrd="0" presId="urn:microsoft.com/office/officeart/2016/7/layout/RepeatingBendingProcessNew"/>
    <dgm:cxn modelId="{83012BFE-918B-4984-A208-FC17761000A4}" type="presOf" srcId="{2A1AB35A-07DA-4412-99E7-ABABA9B50977}" destId="{BD0A0B3F-3863-4F30-B6F3-61D6782FA86C}" srcOrd="1" destOrd="0" presId="urn:microsoft.com/office/officeart/2016/7/layout/RepeatingBendingProcessNew"/>
    <dgm:cxn modelId="{334DDFFE-CD0D-4F28-90C1-06D39C3A58A8}" type="presOf" srcId="{D0222C72-4E35-45C7-8A97-7D1992201A4D}" destId="{3E227F7F-966F-4A5F-94E2-0B6C83A5CA4E}" srcOrd="0" destOrd="0" presId="urn:microsoft.com/office/officeart/2016/7/layout/RepeatingBendingProcessNew"/>
    <dgm:cxn modelId="{AD82C278-9D12-4D48-A8E0-5E35A6D3B79B}" type="presParOf" srcId="{CF7794D7-BB32-48B9-85B6-A9662B324304}" destId="{8E20FC16-4360-4541-84BD-6FAC755CE79A}" srcOrd="0" destOrd="0" presId="urn:microsoft.com/office/officeart/2016/7/layout/RepeatingBendingProcessNew"/>
    <dgm:cxn modelId="{2C34919A-C90D-418E-8229-8555C156B723}" type="presParOf" srcId="{CF7794D7-BB32-48B9-85B6-A9662B324304}" destId="{091D8EFC-5A15-4E88-A327-6162D55CCA3D}" srcOrd="1" destOrd="0" presId="urn:microsoft.com/office/officeart/2016/7/layout/RepeatingBendingProcessNew"/>
    <dgm:cxn modelId="{F44EE17D-5D93-469A-96BB-2A79EEB1F521}" type="presParOf" srcId="{091D8EFC-5A15-4E88-A327-6162D55CCA3D}" destId="{F15F72C4-70B3-4C11-BAF9-608E3C38654F}" srcOrd="0" destOrd="0" presId="urn:microsoft.com/office/officeart/2016/7/layout/RepeatingBendingProcessNew"/>
    <dgm:cxn modelId="{A868F37A-1B8C-4AA3-9A5C-3CC08FAEFBA1}" type="presParOf" srcId="{CF7794D7-BB32-48B9-85B6-A9662B324304}" destId="{77CF7CA0-F093-46CB-BAC7-515C0E08575E}" srcOrd="2" destOrd="0" presId="urn:microsoft.com/office/officeart/2016/7/layout/RepeatingBendingProcessNew"/>
    <dgm:cxn modelId="{94E85F76-A5B9-4DC4-B804-183B53A6321A}" type="presParOf" srcId="{CF7794D7-BB32-48B9-85B6-A9662B324304}" destId="{77C8CBA1-D364-404E-9098-3D29D33B4FD2}" srcOrd="3" destOrd="0" presId="urn:microsoft.com/office/officeart/2016/7/layout/RepeatingBendingProcessNew"/>
    <dgm:cxn modelId="{D2ABA496-B1D7-43A7-9BEB-DD24432A796F}" type="presParOf" srcId="{77C8CBA1-D364-404E-9098-3D29D33B4FD2}" destId="{79FCCB65-305F-4158-A13D-8D0A909938E6}" srcOrd="0" destOrd="0" presId="urn:microsoft.com/office/officeart/2016/7/layout/RepeatingBendingProcessNew"/>
    <dgm:cxn modelId="{E8BA514F-3184-455D-B45B-F99DE7AD8F68}" type="presParOf" srcId="{CF7794D7-BB32-48B9-85B6-A9662B324304}" destId="{97631E70-A388-4F59-98F3-E75D83ECE8C8}" srcOrd="4" destOrd="0" presId="urn:microsoft.com/office/officeart/2016/7/layout/RepeatingBendingProcessNew"/>
    <dgm:cxn modelId="{5038CDA3-4FF8-4A94-89B0-ADD958966ADC}" type="presParOf" srcId="{CF7794D7-BB32-48B9-85B6-A9662B324304}" destId="{F3711B11-84A7-4F5E-9FEC-D780B484D942}" srcOrd="5" destOrd="0" presId="urn:microsoft.com/office/officeart/2016/7/layout/RepeatingBendingProcessNew"/>
    <dgm:cxn modelId="{F1B00B0F-01AA-4762-8A5D-C1C96139E39A}" type="presParOf" srcId="{F3711B11-84A7-4F5E-9FEC-D780B484D942}" destId="{A3EE4CE9-9DBC-4F97-82E6-88D1941068C0}" srcOrd="0" destOrd="0" presId="urn:microsoft.com/office/officeart/2016/7/layout/RepeatingBendingProcessNew"/>
    <dgm:cxn modelId="{4A7D78C6-0118-408E-A04C-8A9E54B67006}" type="presParOf" srcId="{CF7794D7-BB32-48B9-85B6-A9662B324304}" destId="{3C388136-E862-44A8-AD36-216E6EAE6AF5}" srcOrd="6" destOrd="0" presId="urn:microsoft.com/office/officeart/2016/7/layout/RepeatingBendingProcessNew"/>
    <dgm:cxn modelId="{681E60A4-C6EA-4213-BC71-B52FE246403B}" type="presParOf" srcId="{CF7794D7-BB32-48B9-85B6-A9662B324304}" destId="{DCC03879-FC92-41FB-9E53-B6E299E65906}" srcOrd="7" destOrd="0" presId="urn:microsoft.com/office/officeart/2016/7/layout/RepeatingBendingProcessNew"/>
    <dgm:cxn modelId="{314995DC-6F8B-49D9-A935-D89901AC7306}" type="presParOf" srcId="{DCC03879-FC92-41FB-9E53-B6E299E65906}" destId="{BD0A0B3F-3863-4F30-B6F3-61D6782FA86C}" srcOrd="0" destOrd="0" presId="urn:microsoft.com/office/officeart/2016/7/layout/RepeatingBendingProcessNew"/>
    <dgm:cxn modelId="{DBB2F9AD-6443-43C6-A22E-5BB73F73AF25}" type="presParOf" srcId="{CF7794D7-BB32-48B9-85B6-A9662B324304}" destId="{CE59D03C-467F-42A5-8B06-4115B562B1BE}" srcOrd="8" destOrd="0" presId="urn:microsoft.com/office/officeart/2016/7/layout/RepeatingBendingProcessNew"/>
    <dgm:cxn modelId="{AB9BADAF-DD22-4DCA-9FB4-7F5CA76B9AF0}" type="presParOf" srcId="{CF7794D7-BB32-48B9-85B6-A9662B324304}" destId="{750FFFD1-2515-4215-A775-9567E357DBBB}" srcOrd="9" destOrd="0" presId="urn:microsoft.com/office/officeart/2016/7/layout/RepeatingBendingProcessNew"/>
    <dgm:cxn modelId="{4053EBF1-8CBA-4A7C-9AE3-260A8B297F51}" type="presParOf" srcId="{750FFFD1-2515-4215-A775-9567E357DBBB}" destId="{278C7BF8-2542-44E7-869E-7E3A1DB9B676}" srcOrd="0" destOrd="0" presId="urn:microsoft.com/office/officeart/2016/7/layout/RepeatingBendingProcessNew"/>
    <dgm:cxn modelId="{850D28F3-B51F-4160-B2D1-F25DAE3AEE52}" type="presParOf" srcId="{CF7794D7-BB32-48B9-85B6-A9662B324304}" destId="{BA884AAE-9633-4A57-94B2-15E73EF92698}" srcOrd="10" destOrd="0" presId="urn:microsoft.com/office/officeart/2016/7/layout/RepeatingBendingProcessNew"/>
    <dgm:cxn modelId="{58DEA3DB-ED62-44D1-BD44-B9501B66F638}" type="presParOf" srcId="{CF7794D7-BB32-48B9-85B6-A9662B324304}" destId="{5B675865-4B4A-42E6-A52E-AB2B6EF1C70F}" srcOrd="11" destOrd="0" presId="urn:microsoft.com/office/officeart/2016/7/layout/RepeatingBendingProcessNew"/>
    <dgm:cxn modelId="{04851B96-F6D2-4DD2-9A68-FD7A33778AFA}" type="presParOf" srcId="{5B675865-4B4A-42E6-A52E-AB2B6EF1C70F}" destId="{FF66A8E1-6109-40C3-9004-CB0510FB2D1E}" srcOrd="0" destOrd="0" presId="urn:microsoft.com/office/officeart/2016/7/layout/RepeatingBendingProcessNew"/>
    <dgm:cxn modelId="{5927201F-99C6-456E-9AFD-AC7FE6521C7E}" type="presParOf" srcId="{CF7794D7-BB32-48B9-85B6-A9662B324304}" destId="{63094931-D3BB-461B-A12E-DA754B697BDF}" srcOrd="12" destOrd="0" presId="urn:microsoft.com/office/officeart/2016/7/layout/RepeatingBendingProcessNew"/>
    <dgm:cxn modelId="{90C35B10-DD91-41C7-8B5F-80FB736C5A3C}" type="presParOf" srcId="{CF7794D7-BB32-48B9-85B6-A9662B324304}" destId="{008A1405-14E2-49E2-8633-C8779834DC5A}" srcOrd="13" destOrd="0" presId="urn:microsoft.com/office/officeart/2016/7/layout/RepeatingBendingProcessNew"/>
    <dgm:cxn modelId="{747DAC94-5323-474F-A1CE-F7582A44C9A6}" type="presParOf" srcId="{008A1405-14E2-49E2-8633-C8779834DC5A}" destId="{C4D63DAF-7669-4B63-8FD7-9A539A8E170A}" srcOrd="0" destOrd="0" presId="urn:microsoft.com/office/officeart/2016/7/layout/RepeatingBendingProcessNew"/>
    <dgm:cxn modelId="{9C9A3C8A-A5EB-458E-AEB4-0EE4E5949670}" type="presParOf" srcId="{CF7794D7-BB32-48B9-85B6-A9662B324304}" destId="{3E227F7F-966F-4A5F-94E2-0B6C83A5CA4E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2F1868-119F-42D7-AB70-22F920E5C013}">
      <dsp:nvSpPr>
        <dsp:cNvPr id="0" name=""/>
        <dsp:cNvSpPr/>
      </dsp:nvSpPr>
      <dsp:spPr>
        <a:xfrm>
          <a:off x="923" y="1643936"/>
          <a:ext cx="2487580" cy="20517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800" b="1" kern="1200" dirty="0"/>
            <a:t>Ingresar Cups: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CO" sz="1800" b="1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>
              <a:solidFill>
                <a:prstClr val="black"/>
              </a:solidFill>
            </a:rPr>
            <a:t>902210 </a:t>
          </a:r>
          <a:r>
            <a:rPr lang="es-ES" sz="1600" kern="1200">
              <a:solidFill>
                <a:prstClr val="black"/>
              </a:solidFill>
            </a:rPr>
            <a:t>Hemograma IV</a:t>
          </a:r>
          <a:endParaRPr lang="es-ES" sz="1600" kern="1200" dirty="0">
            <a:solidFill>
              <a:prstClr val="black"/>
            </a:solidFill>
          </a:endParaRPr>
        </a:p>
      </dsp:txBody>
      <dsp:txXfrm>
        <a:off x="48139" y="1691152"/>
        <a:ext cx="2393148" cy="1517644"/>
      </dsp:txXfrm>
    </dsp:sp>
    <dsp:sp modelId="{B5F95336-DD9F-4EFF-A162-E1827E989D43}">
      <dsp:nvSpPr>
        <dsp:cNvPr id="0" name=""/>
        <dsp:cNvSpPr/>
      </dsp:nvSpPr>
      <dsp:spPr>
        <a:xfrm>
          <a:off x="1416789" y="2196923"/>
          <a:ext cx="2648309" cy="2648309"/>
        </a:xfrm>
        <a:prstGeom prst="leftCircularArrow">
          <a:avLst>
            <a:gd name="adj1" fmla="val 2798"/>
            <a:gd name="adj2" fmla="val 341465"/>
            <a:gd name="adj3" fmla="val 2116976"/>
            <a:gd name="adj4" fmla="val 9024489"/>
            <a:gd name="adj5" fmla="val 3264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E185C43-1E97-4E04-BC42-C812F284AB3C}">
      <dsp:nvSpPr>
        <dsp:cNvPr id="0" name=""/>
        <dsp:cNvSpPr/>
      </dsp:nvSpPr>
      <dsp:spPr>
        <a:xfrm>
          <a:off x="553718" y="3256013"/>
          <a:ext cx="2211182" cy="8793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>
              <a:solidFill>
                <a:prstClr val="black"/>
              </a:solidFill>
            </a:rPr>
            <a:t>Hemograma III</a:t>
          </a:r>
          <a:endParaRPr lang="es-CO" sz="2500" kern="1200" dirty="0"/>
        </a:p>
      </dsp:txBody>
      <dsp:txXfrm>
        <a:off x="579472" y="3281767"/>
        <a:ext cx="2159674" cy="827806"/>
      </dsp:txXfrm>
    </dsp:sp>
    <dsp:sp modelId="{3D4838F0-1B0C-4B15-BC72-F816F803F2BB}">
      <dsp:nvSpPr>
        <dsp:cNvPr id="0" name=""/>
        <dsp:cNvSpPr/>
      </dsp:nvSpPr>
      <dsp:spPr>
        <a:xfrm>
          <a:off x="3117762" y="1643936"/>
          <a:ext cx="2487580" cy="20517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b="1" kern="1200" dirty="0"/>
            <a:t>Ingresar Cups: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>
              <a:solidFill>
                <a:prstClr val="black"/>
              </a:solidFill>
            </a:rPr>
            <a:t>903027</a:t>
          </a:r>
          <a:r>
            <a:rPr lang="es-ES" sz="1600" kern="1200">
              <a:solidFill>
                <a:prstClr val="black"/>
              </a:solidFill>
            </a:rPr>
            <a:t> Microalbuminuria automatizada orina 24 horas</a:t>
          </a:r>
          <a:endParaRPr lang="es-CO" sz="1600" kern="1200" dirty="0"/>
        </a:p>
      </dsp:txBody>
      <dsp:txXfrm>
        <a:off x="3164978" y="2130809"/>
        <a:ext cx="2393148" cy="1517644"/>
      </dsp:txXfrm>
    </dsp:sp>
    <dsp:sp modelId="{5BE21BDC-2588-4002-A5F9-22C865CBE836}">
      <dsp:nvSpPr>
        <dsp:cNvPr id="0" name=""/>
        <dsp:cNvSpPr/>
      </dsp:nvSpPr>
      <dsp:spPr>
        <a:xfrm>
          <a:off x="4512898" y="413927"/>
          <a:ext cx="2966166" cy="2966166"/>
        </a:xfrm>
        <a:prstGeom prst="circularArrow">
          <a:avLst>
            <a:gd name="adj1" fmla="val 2498"/>
            <a:gd name="adj2" fmla="val 302753"/>
            <a:gd name="adj3" fmla="val 19521736"/>
            <a:gd name="adj4" fmla="val 12575511"/>
            <a:gd name="adj5" fmla="val 291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F5D80C-D788-4AE4-B3B4-61DA6E9143DA}">
      <dsp:nvSpPr>
        <dsp:cNvPr id="0" name=""/>
        <dsp:cNvSpPr/>
      </dsp:nvSpPr>
      <dsp:spPr>
        <a:xfrm>
          <a:off x="3670558" y="1204279"/>
          <a:ext cx="2211182" cy="8793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>
              <a:solidFill>
                <a:prstClr val="black"/>
              </a:solidFill>
            </a:rPr>
            <a:t>Albumina 24 horas</a:t>
          </a:r>
          <a:endParaRPr lang="es-CO" sz="2500" kern="1200" dirty="0"/>
        </a:p>
      </dsp:txBody>
      <dsp:txXfrm>
        <a:off x="3696312" y="1230033"/>
        <a:ext cx="2159674" cy="827806"/>
      </dsp:txXfrm>
    </dsp:sp>
    <dsp:sp modelId="{C0FEA2EB-38FC-4224-B79D-F2F5F3D1F4C5}">
      <dsp:nvSpPr>
        <dsp:cNvPr id="0" name=""/>
        <dsp:cNvSpPr/>
      </dsp:nvSpPr>
      <dsp:spPr>
        <a:xfrm>
          <a:off x="6234602" y="1643936"/>
          <a:ext cx="2487580" cy="20517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b="1" kern="1200" dirty="0"/>
            <a:t>Ingresar Cups: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b="1" kern="1200">
              <a:solidFill>
                <a:prstClr val="black"/>
              </a:solidFill>
            </a:rPr>
            <a:t>902079</a:t>
          </a:r>
          <a:r>
            <a:rPr lang="es-ES" sz="1600" kern="1200">
              <a:solidFill>
                <a:prstClr val="black"/>
              </a:solidFill>
            </a:rPr>
            <a:t> Estudio de anticoagulante Lúpico</a:t>
          </a:r>
          <a:endParaRPr lang="es-CO" sz="1600" kern="1200" dirty="0"/>
        </a:p>
      </dsp:txBody>
      <dsp:txXfrm>
        <a:off x="6281818" y="1691152"/>
        <a:ext cx="2393148" cy="1517644"/>
      </dsp:txXfrm>
    </dsp:sp>
    <dsp:sp modelId="{993550BD-3F60-4F77-B8D5-32AB55B9065F}">
      <dsp:nvSpPr>
        <dsp:cNvPr id="0" name=""/>
        <dsp:cNvSpPr/>
      </dsp:nvSpPr>
      <dsp:spPr>
        <a:xfrm>
          <a:off x="6787398" y="3256013"/>
          <a:ext cx="2211182" cy="8793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>
              <a:solidFill>
                <a:prstClr val="black"/>
              </a:solidFill>
            </a:rPr>
            <a:t>Prueba veneno de víbora</a:t>
          </a:r>
          <a:endParaRPr lang="es-CO" sz="2500" kern="1200" dirty="0"/>
        </a:p>
      </dsp:txBody>
      <dsp:txXfrm>
        <a:off x="6813152" y="3281767"/>
        <a:ext cx="2159674" cy="8278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60DF7-73F2-49B3-8D29-A8118B96B93E}">
      <dsp:nvSpPr>
        <dsp:cNvPr id="0" name=""/>
        <dsp:cNvSpPr/>
      </dsp:nvSpPr>
      <dsp:spPr>
        <a:xfrm>
          <a:off x="1234144" y="2253"/>
          <a:ext cx="2285279" cy="11426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b="0" kern="1200" dirty="0"/>
            <a:t>Si solicitan  </a:t>
          </a:r>
          <a:r>
            <a:rPr lang="es-CO" sz="1200" b="1" kern="1200" dirty="0"/>
            <a:t>906131</a:t>
          </a:r>
          <a:r>
            <a:rPr lang="es-CO" sz="1200" kern="1200" dirty="0"/>
            <a:t> Tripanosoma </a:t>
          </a:r>
          <a:r>
            <a:rPr lang="es-CO" sz="1200" kern="1200" dirty="0" err="1"/>
            <a:t>Cruzi</a:t>
          </a:r>
          <a:r>
            <a:rPr lang="es-CO" sz="1200" kern="1200" dirty="0"/>
            <a:t> Anticuerpos IgG Semiautomatizado o Automatizado</a:t>
          </a:r>
        </a:p>
      </dsp:txBody>
      <dsp:txXfrm>
        <a:off x="1267611" y="35720"/>
        <a:ext cx="2218345" cy="1075705"/>
      </dsp:txXfrm>
    </dsp:sp>
    <dsp:sp modelId="{6096F71D-A73A-4277-A33A-27329D4D431C}">
      <dsp:nvSpPr>
        <dsp:cNvPr id="0" name=""/>
        <dsp:cNvSpPr/>
      </dsp:nvSpPr>
      <dsp:spPr>
        <a:xfrm>
          <a:off x="1462672" y="1144893"/>
          <a:ext cx="228527" cy="15100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0004"/>
              </a:lnTo>
              <a:lnTo>
                <a:pt x="228527" y="1510004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EAA847-4888-421A-95A8-FBE46F5D4300}">
      <dsp:nvSpPr>
        <dsp:cNvPr id="0" name=""/>
        <dsp:cNvSpPr/>
      </dsp:nvSpPr>
      <dsp:spPr>
        <a:xfrm>
          <a:off x="1691200" y="1430553"/>
          <a:ext cx="1828223" cy="24486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400" b="1" kern="1200" dirty="0"/>
            <a:t>Se debe cambiar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s-ES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400" kern="1200" dirty="0"/>
            <a:t>Por el Cups </a:t>
          </a:r>
          <a:r>
            <a:rPr lang="es-ES" sz="1400" b="1" kern="1200" dirty="0"/>
            <a:t>90613102</a:t>
          </a:r>
          <a:r>
            <a:rPr lang="es-ES" sz="1400" kern="1200" dirty="0"/>
            <a:t> Tripanosoma </a:t>
          </a:r>
          <a:r>
            <a:rPr lang="es-ES" sz="1400" kern="1200" dirty="0" err="1"/>
            <a:t>Cruzi</a:t>
          </a:r>
          <a:r>
            <a:rPr lang="es-ES" sz="1400" kern="1200" dirty="0"/>
            <a:t> Anticuerpos IgG e IgM Ag totales Semi o automatizado</a:t>
          </a:r>
          <a:endParaRPr lang="es-CO" sz="1400" kern="1200" dirty="0"/>
        </a:p>
      </dsp:txBody>
      <dsp:txXfrm>
        <a:off x="1744747" y="1484100"/>
        <a:ext cx="1721129" cy="2341594"/>
      </dsp:txXfrm>
    </dsp:sp>
    <dsp:sp modelId="{8FE9DF0E-81A8-4DC9-A1EB-18DEDA4FC0E3}">
      <dsp:nvSpPr>
        <dsp:cNvPr id="0" name=""/>
        <dsp:cNvSpPr/>
      </dsp:nvSpPr>
      <dsp:spPr>
        <a:xfrm>
          <a:off x="4090743" y="2253"/>
          <a:ext cx="2285279" cy="1142639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0" i="0" kern="1200" dirty="0"/>
            <a:t>Si solicitan el Cups 908873 </a:t>
          </a:r>
          <a:r>
            <a:rPr lang="es-ES" sz="1200" b="1" i="0" kern="1200" dirty="0"/>
            <a:t>Mycobacterium tuberculosis IDENTIFICACION POR PRUEBAS MOLECULARES (PCR)</a:t>
          </a:r>
          <a:endParaRPr lang="es-CO" sz="1200" kern="1200" dirty="0"/>
        </a:p>
      </dsp:txBody>
      <dsp:txXfrm>
        <a:off x="4124210" y="35720"/>
        <a:ext cx="2218345" cy="1075705"/>
      </dsp:txXfrm>
    </dsp:sp>
    <dsp:sp modelId="{76431C72-BE56-4201-AFE7-C4D53586383C}">
      <dsp:nvSpPr>
        <dsp:cNvPr id="0" name=""/>
        <dsp:cNvSpPr/>
      </dsp:nvSpPr>
      <dsp:spPr>
        <a:xfrm>
          <a:off x="4319271" y="1144893"/>
          <a:ext cx="228527" cy="1492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92007"/>
              </a:lnTo>
              <a:lnTo>
                <a:pt x="228527" y="1492007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7CE51A-C9E3-4F29-9021-2C409C244B3B}">
      <dsp:nvSpPr>
        <dsp:cNvPr id="0" name=""/>
        <dsp:cNvSpPr/>
      </dsp:nvSpPr>
      <dsp:spPr>
        <a:xfrm>
          <a:off x="4547799" y="1430553"/>
          <a:ext cx="1828223" cy="24126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400" b="1" kern="1200" dirty="0"/>
            <a:t>Se debe cambiar 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s-E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ES" sz="1400" u="none" kern="1200" dirty="0"/>
            <a:t>Por el Cups </a:t>
          </a:r>
          <a:r>
            <a:rPr lang="es-ES" sz="1400" b="1" u="none" kern="1200" dirty="0"/>
            <a:t>90887304</a:t>
          </a:r>
          <a:r>
            <a:rPr lang="es-ES" sz="1400" u="none" kern="1200" dirty="0"/>
            <a:t> Mycobacterium tuberculosis IDENTIFICACION POR PM (PCR CONVENCIONAL)</a:t>
          </a:r>
          <a:endParaRPr lang="es-CO" sz="1400" u="none" kern="1200" dirty="0"/>
        </a:p>
      </dsp:txBody>
      <dsp:txXfrm>
        <a:off x="4601346" y="1484100"/>
        <a:ext cx="1721129" cy="23056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E60DF7-73F2-49B3-8D29-A8118B96B93E}">
      <dsp:nvSpPr>
        <dsp:cNvPr id="0" name=""/>
        <dsp:cNvSpPr/>
      </dsp:nvSpPr>
      <dsp:spPr>
        <a:xfrm>
          <a:off x="1928" y="205041"/>
          <a:ext cx="2216620" cy="1108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kern="1200" dirty="0"/>
            <a:t>902204</a:t>
          </a:r>
          <a:r>
            <a:rPr lang="es-CO" sz="1700" kern="1200" dirty="0"/>
            <a:t> Eritrosedimentación VSG Manual</a:t>
          </a:r>
        </a:p>
      </dsp:txBody>
      <dsp:txXfrm>
        <a:off x="34389" y="237502"/>
        <a:ext cx="2151698" cy="1043388"/>
      </dsp:txXfrm>
    </dsp:sp>
    <dsp:sp modelId="{6096F71D-A73A-4277-A33A-27329D4D431C}">
      <dsp:nvSpPr>
        <dsp:cNvPr id="0" name=""/>
        <dsp:cNvSpPr/>
      </dsp:nvSpPr>
      <dsp:spPr>
        <a:xfrm>
          <a:off x="223590" y="1313351"/>
          <a:ext cx="221662" cy="831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232"/>
              </a:lnTo>
              <a:lnTo>
                <a:pt x="221662" y="83123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EAA847-4888-421A-95A8-FBE46F5D4300}">
      <dsp:nvSpPr>
        <dsp:cNvPr id="0" name=""/>
        <dsp:cNvSpPr/>
      </dsp:nvSpPr>
      <dsp:spPr>
        <a:xfrm>
          <a:off x="445252" y="1590429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t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s-CO" sz="1000" kern="1200" dirty="0"/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000" kern="1200" dirty="0"/>
            <a:t>Orden manual /externa :</a:t>
          </a:r>
        </a:p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000" kern="1200" dirty="0"/>
            <a:t>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CO" sz="1000" kern="1200" dirty="0"/>
            <a:t>Se ajusta al Cups </a:t>
          </a:r>
          <a:r>
            <a:rPr lang="es-CO" sz="1000" b="1" kern="1200" dirty="0"/>
            <a:t>902205</a:t>
          </a:r>
          <a:r>
            <a:rPr lang="es-CO" sz="1000" kern="1200" dirty="0"/>
            <a:t> Eritrosedimentación VSG Automatizada</a:t>
          </a:r>
        </a:p>
      </dsp:txBody>
      <dsp:txXfrm>
        <a:off x="477713" y="1622890"/>
        <a:ext cx="1708374" cy="1043388"/>
      </dsp:txXfrm>
    </dsp:sp>
    <dsp:sp modelId="{63E25BD9-7AE3-460A-B11D-07DDB8D2A0A0}">
      <dsp:nvSpPr>
        <dsp:cNvPr id="0" name=""/>
        <dsp:cNvSpPr/>
      </dsp:nvSpPr>
      <dsp:spPr>
        <a:xfrm>
          <a:off x="223590" y="1313351"/>
          <a:ext cx="221662" cy="22166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20"/>
              </a:lnTo>
              <a:lnTo>
                <a:pt x="221662" y="221662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68481E-CD1D-4A71-8881-77CD327AB37D}">
      <dsp:nvSpPr>
        <dsp:cNvPr id="0" name=""/>
        <dsp:cNvSpPr/>
      </dsp:nvSpPr>
      <dsp:spPr>
        <a:xfrm>
          <a:off x="445252" y="2975817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736021"/>
              <a:satOff val="-118"/>
              <a:lumOff val="2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000" kern="1200" dirty="0"/>
            <a:t>Orden SAP: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000" kern="1200" dirty="0"/>
            <a:t> No se realiza modificación.</a:t>
          </a:r>
        </a:p>
      </dsp:txBody>
      <dsp:txXfrm>
        <a:off x="477713" y="3008278"/>
        <a:ext cx="1708374" cy="1043388"/>
      </dsp:txXfrm>
    </dsp:sp>
    <dsp:sp modelId="{8FE9DF0E-81A8-4DC9-A1EB-18DEDA4FC0E3}">
      <dsp:nvSpPr>
        <dsp:cNvPr id="0" name=""/>
        <dsp:cNvSpPr/>
      </dsp:nvSpPr>
      <dsp:spPr>
        <a:xfrm>
          <a:off x="2772704" y="205041"/>
          <a:ext cx="2216620" cy="1108310"/>
        </a:xfrm>
        <a:prstGeom prst="roundRect">
          <a:avLst>
            <a:gd name="adj" fmla="val 1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i="0" kern="1200" dirty="0"/>
            <a:t>902223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i="0" kern="1200" dirty="0"/>
            <a:t>Recuento de reticulocitos  Manual</a:t>
          </a:r>
          <a:endParaRPr lang="es-CO" sz="1700" kern="1200" dirty="0"/>
        </a:p>
      </dsp:txBody>
      <dsp:txXfrm>
        <a:off x="2805165" y="237502"/>
        <a:ext cx="2151698" cy="1043388"/>
      </dsp:txXfrm>
    </dsp:sp>
    <dsp:sp modelId="{76431C72-BE56-4201-AFE7-C4D53586383C}">
      <dsp:nvSpPr>
        <dsp:cNvPr id="0" name=""/>
        <dsp:cNvSpPr/>
      </dsp:nvSpPr>
      <dsp:spPr>
        <a:xfrm>
          <a:off x="2994366" y="1313351"/>
          <a:ext cx="221662" cy="831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232"/>
              </a:lnTo>
              <a:lnTo>
                <a:pt x="221662" y="83123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7CE51A-C9E3-4F29-9021-2C409C244B3B}">
      <dsp:nvSpPr>
        <dsp:cNvPr id="0" name=""/>
        <dsp:cNvSpPr/>
      </dsp:nvSpPr>
      <dsp:spPr>
        <a:xfrm>
          <a:off x="3216028" y="1590429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3472043"/>
              <a:satOff val="-236"/>
              <a:lumOff val="5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s-CO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000" kern="1200" dirty="0"/>
            <a:t>Orden manual /externa :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s-CO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000" kern="1200" dirty="0"/>
            <a:t>Se ajusta al Cups </a:t>
          </a:r>
          <a:r>
            <a:rPr lang="es-CO" sz="1000" b="1" kern="1200" dirty="0"/>
            <a:t>902224</a:t>
          </a:r>
          <a:r>
            <a:rPr lang="es-CO" sz="1000" kern="1200" dirty="0"/>
            <a:t> Recuento de reticulocitos Automatizados</a:t>
          </a:r>
        </a:p>
      </dsp:txBody>
      <dsp:txXfrm>
        <a:off x="3248489" y="1622890"/>
        <a:ext cx="1708374" cy="1043388"/>
      </dsp:txXfrm>
    </dsp:sp>
    <dsp:sp modelId="{884D0FEA-38D6-4298-83E9-7CB06345E7AA}">
      <dsp:nvSpPr>
        <dsp:cNvPr id="0" name=""/>
        <dsp:cNvSpPr/>
      </dsp:nvSpPr>
      <dsp:spPr>
        <a:xfrm>
          <a:off x="2994366" y="1313351"/>
          <a:ext cx="161369" cy="22166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20"/>
              </a:lnTo>
              <a:lnTo>
                <a:pt x="161369" y="221662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C5F4E8-5913-4EB4-9A0D-E3CA6F8E24EE}">
      <dsp:nvSpPr>
        <dsp:cNvPr id="0" name=""/>
        <dsp:cNvSpPr/>
      </dsp:nvSpPr>
      <dsp:spPr>
        <a:xfrm>
          <a:off x="3155736" y="2975817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5208064"/>
              <a:satOff val="-354"/>
              <a:lumOff val="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Orden SAP: 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No se realiza modificación.</a:t>
          </a:r>
        </a:p>
      </dsp:txBody>
      <dsp:txXfrm>
        <a:off x="3188197" y="3008278"/>
        <a:ext cx="1708374" cy="1043388"/>
      </dsp:txXfrm>
    </dsp:sp>
    <dsp:sp modelId="{CA6B8C35-B149-4D12-9718-86B0BDB9E8CF}">
      <dsp:nvSpPr>
        <dsp:cNvPr id="0" name=""/>
        <dsp:cNvSpPr/>
      </dsp:nvSpPr>
      <dsp:spPr>
        <a:xfrm>
          <a:off x="5543480" y="205041"/>
          <a:ext cx="2216620" cy="1108310"/>
        </a:xfrm>
        <a:prstGeom prst="roundRect">
          <a:avLst>
            <a:gd name="adj" fmla="val 1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kern="1200" dirty="0"/>
            <a:t>902221</a:t>
          </a:r>
          <a:r>
            <a:rPr lang="es-CO" sz="1700" kern="1200" dirty="0"/>
            <a:t>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dirty="0"/>
            <a:t>Recuento Plaquetas Manual </a:t>
          </a:r>
        </a:p>
      </dsp:txBody>
      <dsp:txXfrm>
        <a:off x="5575941" y="237502"/>
        <a:ext cx="2151698" cy="1043388"/>
      </dsp:txXfrm>
    </dsp:sp>
    <dsp:sp modelId="{0217182C-84DB-462B-A6CD-BF5C3857882E}">
      <dsp:nvSpPr>
        <dsp:cNvPr id="0" name=""/>
        <dsp:cNvSpPr/>
      </dsp:nvSpPr>
      <dsp:spPr>
        <a:xfrm>
          <a:off x="5765142" y="1313351"/>
          <a:ext cx="221662" cy="831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232"/>
              </a:lnTo>
              <a:lnTo>
                <a:pt x="221662" y="83123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036650-D68A-498D-84C4-713B89DE27FE}">
      <dsp:nvSpPr>
        <dsp:cNvPr id="0" name=""/>
        <dsp:cNvSpPr/>
      </dsp:nvSpPr>
      <dsp:spPr>
        <a:xfrm>
          <a:off x="5986804" y="1590429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6944086"/>
              <a:satOff val="-472"/>
              <a:lumOff val="11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Orden manual /externa :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s-CO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s-CO" sz="1000" kern="1200" dirty="0"/>
            <a:t>Se ajusta al Cups </a:t>
          </a:r>
          <a:r>
            <a:rPr lang="es-CO" sz="1000" b="1" kern="1200" dirty="0"/>
            <a:t>902220</a:t>
          </a:r>
          <a:r>
            <a:rPr lang="es-CO" sz="1000" kern="1200" dirty="0"/>
            <a:t> Recuento plaquetas Automatizada</a:t>
          </a:r>
        </a:p>
      </dsp:txBody>
      <dsp:txXfrm>
        <a:off x="6019265" y="1622890"/>
        <a:ext cx="1708374" cy="1043388"/>
      </dsp:txXfrm>
    </dsp:sp>
    <dsp:sp modelId="{FD2616D3-84D4-48C3-9179-01ED16B493E4}">
      <dsp:nvSpPr>
        <dsp:cNvPr id="0" name=""/>
        <dsp:cNvSpPr/>
      </dsp:nvSpPr>
      <dsp:spPr>
        <a:xfrm>
          <a:off x="5765142" y="1313351"/>
          <a:ext cx="161369" cy="22166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20"/>
              </a:lnTo>
              <a:lnTo>
                <a:pt x="161369" y="221662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1B6979-C6B8-4329-91F5-2E7181BEBC38}">
      <dsp:nvSpPr>
        <dsp:cNvPr id="0" name=""/>
        <dsp:cNvSpPr/>
      </dsp:nvSpPr>
      <dsp:spPr>
        <a:xfrm>
          <a:off x="5926512" y="2975817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8680107"/>
              <a:satOff val="-590"/>
              <a:lumOff val="1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Orden SAP: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No se realiza modificación.</a:t>
          </a:r>
        </a:p>
      </dsp:txBody>
      <dsp:txXfrm>
        <a:off x="5958973" y="3008278"/>
        <a:ext cx="1708374" cy="1043388"/>
      </dsp:txXfrm>
    </dsp:sp>
    <dsp:sp modelId="{BE8D6982-AC4C-4D36-ABC5-2EBA1C5FB217}">
      <dsp:nvSpPr>
        <dsp:cNvPr id="0" name=""/>
        <dsp:cNvSpPr/>
      </dsp:nvSpPr>
      <dsp:spPr>
        <a:xfrm>
          <a:off x="8314256" y="205041"/>
          <a:ext cx="2216620" cy="1108310"/>
        </a:xfrm>
        <a:prstGeom prst="roundRect">
          <a:avLst>
            <a:gd name="adj" fmla="val 1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b="1" kern="1200" dirty="0"/>
            <a:t>906418</a:t>
          </a:r>
          <a:r>
            <a:rPr lang="es-CO" sz="1700" kern="1200" dirty="0"/>
            <a:t>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700" kern="1200" dirty="0"/>
            <a:t>DNA Manual Elisa</a:t>
          </a:r>
        </a:p>
      </dsp:txBody>
      <dsp:txXfrm>
        <a:off x="8346717" y="237502"/>
        <a:ext cx="2151698" cy="1043388"/>
      </dsp:txXfrm>
    </dsp:sp>
    <dsp:sp modelId="{CD5C4D34-F0B4-4CEC-836B-ADCF09760B19}">
      <dsp:nvSpPr>
        <dsp:cNvPr id="0" name=""/>
        <dsp:cNvSpPr/>
      </dsp:nvSpPr>
      <dsp:spPr>
        <a:xfrm>
          <a:off x="8535918" y="1313351"/>
          <a:ext cx="221662" cy="831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31232"/>
              </a:lnTo>
              <a:lnTo>
                <a:pt x="221662" y="83123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B4B741-46D2-4D26-BD7A-2A43623A8B2E}">
      <dsp:nvSpPr>
        <dsp:cNvPr id="0" name=""/>
        <dsp:cNvSpPr/>
      </dsp:nvSpPr>
      <dsp:spPr>
        <a:xfrm>
          <a:off x="8757580" y="1590429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0416129"/>
              <a:satOff val="-708"/>
              <a:lumOff val="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Orden manual /externa :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000" kern="1200" dirty="0"/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Se ajusta al Cups  </a:t>
          </a:r>
          <a:r>
            <a:rPr lang="es-CO" sz="1000" b="1" kern="1200" dirty="0"/>
            <a:t>906417</a:t>
          </a:r>
          <a:r>
            <a:rPr lang="es-CO" sz="1000" kern="1200" dirty="0"/>
            <a:t>         DNA Automatizada</a:t>
          </a:r>
        </a:p>
      </dsp:txBody>
      <dsp:txXfrm>
        <a:off x="8790041" y="1622890"/>
        <a:ext cx="1708374" cy="1043388"/>
      </dsp:txXfrm>
    </dsp:sp>
    <dsp:sp modelId="{8F6C9A55-0001-4555-A094-2566D5979016}">
      <dsp:nvSpPr>
        <dsp:cNvPr id="0" name=""/>
        <dsp:cNvSpPr/>
      </dsp:nvSpPr>
      <dsp:spPr>
        <a:xfrm>
          <a:off x="8535918" y="1313351"/>
          <a:ext cx="221662" cy="22166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16620"/>
              </a:lnTo>
              <a:lnTo>
                <a:pt x="221662" y="221662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231C36-1F61-4235-AE3E-ECA6A60C4E20}">
      <dsp:nvSpPr>
        <dsp:cNvPr id="0" name=""/>
        <dsp:cNvSpPr/>
      </dsp:nvSpPr>
      <dsp:spPr>
        <a:xfrm>
          <a:off x="8757580" y="2975817"/>
          <a:ext cx="1773296" cy="11083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Orden SAP: 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000" kern="1200" dirty="0"/>
            <a:t>No se realiza modificación.</a:t>
          </a:r>
        </a:p>
      </dsp:txBody>
      <dsp:txXfrm>
        <a:off x="8790041" y="3008278"/>
        <a:ext cx="1708374" cy="10433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A0F203-D9F0-4605-AADA-8EC606294901}">
      <dsp:nvSpPr>
        <dsp:cNvPr id="0" name=""/>
        <dsp:cNvSpPr/>
      </dsp:nvSpPr>
      <dsp:spPr>
        <a:xfrm>
          <a:off x="0" y="138303"/>
          <a:ext cx="9220200" cy="2044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5590" tIns="458216" rIns="715590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b="1" kern="1200" dirty="0"/>
            <a:t>Ingresar  los Cups: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dirty="0"/>
            <a:t>903815 </a:t>
          </a:r>
          <a:r>
            <a:rPr lang="es-ES" sz="1600" kern="1200" dirty="0"/>
            <a:t>COLESTEROL DE ALTA DENSIDAD HDL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dirty="0"/>
            <a:t>903818 COLESTEROL TOTAL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dirty="0"/>
            <a:t>903868 TRIGLICERIDOS</a:t>
          </a:r>
        </a:p>
        <a:p>
          <a:pPr marL="171450" lvl="1" indent="-171450" algn="l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dirty="0"/>
            <a:t>903817 </a:t>
          </a:r>
          <a:r>
            <a:rPr lang="es-ES" sz="1600" kern="1200" dirty="0"/>
            <a:t>COLESTEROL DE BAJA DENSIDAD LDL AUTOM</a:t>
          </a:r>
          <a:endParaRPr lang="es-CO" sz="1400" kern="1200" dirty="0"/>
        </a:p>
      </dsp:txBody>
      <dsp:txXfrm>
        <a:off x="0" y="138303"/>
        <a:ext cx="9220200" cy="2044350"/>
      </dsp:txXfrm>
    </dsp:sp>
    <dsp:sp modelId="{5F0D95D4-18E0-4A1F-BEA4-F5956485344E}">
      <dsp:nvSpPr>
        <dsp:cNvPr id="0" name=""/>
        <dsp:cNvSpPr/>
      </dsp:nvSpPr>
      <dsp:spPr>
        <a:xfrm>
          <a:off x="461010" y="4834"/>
          <a:ext cx="6454140" cy="649440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accent3">
              <a:lumMod val="20000"/>
              <a:lumOff val="8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51" tIns="0" rIns="243951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200" kern="1200" dirty="0"/>
            <a:t>Si Paciente solicita perfil lipídico completo</a:t>
          </a:r>
          <a:endParaRPr lang="es-CO" sz="2200" kern="1200" dirty="0"/>
        </a:p>
      </dsp:txBody>
      <dsp:txXfrm>
        <a:off x="492713" y="36537"/>
        <a:ext cx="6390734" cy="586034"/>
      </dsp:txXfrm>
    </dsp:sp>
    <dsp:sp modelId="{0AF4519F-4619-4826-B871-6A6FEF86F740}">
      <dsp:nvSpPr>
        <dsp:cNvPr id="0" name=""/>
        <dsp:cNvSpPr/>
      </dsp:nvSpPr>
      <dsp:spPr>
        <a:xfrm>
          <a:off x="0" y="2817425"/>
          <a:ext cx="92202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5590" tIns="458216" rIns="71559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Se ingresa lo que el paciente requiere </a:t>
          </a:r>
          <a:endParaRPr lang="es-CO" sz="1600" kern="1200" dirty="0"/>
        </a:p>
      </dsp:txBody>
      <dsp:txXfrm>
        <a:off x="0" y="2817425"/>
        <a:ext cx="9220200" cy="831600"/>
      </dsp:txXfrm>
    </dsp:sp>
    <dsp:sp modelId="{E1447836-D903-4DC7-8A8B-FF4B15970A0A}">
      <dsp:nvSpPr>
        <dsp:cNvPr id="0" name=""/>
        <dsp:cNvSpPr/>
      </dsp:nvSpPr>
      <dsp:spPr>
        <a:xfrm>
          <a:off x="461010" y="2492704"/>
          <a:ext cx="6454140" cy="649440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51" tIns="0" rIns="243951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200" kern="1200" dirty="0"/>
            <a:t>Si solicita prestaciones por separado </a:t>
          </a:r>
          <a:endParaRPr lang="es-CO" sz="2200" kern="1200" dirty="0"/>
        </a:p>
      </dsp:txBody>
      <dsp:txXfrm>
        <a:off x="492713" y="2524407"/>
        <a:ext cx="6390734" cy="586034"/>
      </dsp:txXfrm>
    </dsp:sp>
    <dsp:sp modelId="{70C47A81-3376-4A32-A660-EBE0C195BDC3}">
      <dsp:nvSpPr>
        <dsp:cNvPr id="0" name=""/>
        <dsp:cNvSpPr/>
      </dsp:nvSpPr>
      <dsp:spPr>
        <a:xfrm>
          <a:off x="0" y="4092545"/>
          <a:ext cx="9220200" cy="110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5590" tIns="458216" rIns="71559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b="1" kern="1200" dirty="0"/>
            <a:t>Se debe ingresar siempre el Cups </a:t>
          </a:r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b="1" kern="1200" dirty="0"/>
            <a:t> </a:t>
          </a:r>
          <a:r>
            <a:rPr lang="es-CO" sz="1600" b="1" kern="1200" dirty="0">
              <a:highlight>
                <a:srgbClr val="FFFF00"/>
              </a:highlight>
            </a:rPr>
            <a:t>*903817 </a:t>
          </a:r>
          <a:r>
            <a:rPr lang="es-ES" sz="1600" kern="1200" dirty="0"/>
            <a:t>COLESTEROL DE BAJA DENSIDAD LDL AUTOM</a:t>
          </a:r>
          <a:endParaRPr lang="es-CO" sz="1600" kern="1200" dirty="0"/>
        </a:p>
      </dsp:txBody>
      <dsp:txXfrm>
        <a:off x="0" y="4092545"/>
        <a:ext cx="9220200" cy="1108800"/>
      </dsp:txXfrm>
    </dsp:sp>
    <dsp:sp modelId="{E22C2AB5-ED75-4BD7-A71D-60F22C65BC49}">
      <dsp:nvSpPr>
        <dsp:cNvPr id="0" name=""/>
        <dsp:cNvSpPr/>
      </dsp:nvSpPr>
      <dsp:spPr>
        <a:xfrm>
          <a:off x="461010" y="3767825"/>
          <a:ext cx="6454140" cy="649440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3951" tIns="0" rIns="243951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MX" sz="2200" kern="1200" dirty="0"/>
            <a:t>Si solicita colesterol LDL  de Baja Densidad </a:t>
          </a:r>
          <a:endParaRPr lang="es-CO" sz="2200" kern="1200" dirty="0"/>
        </a:p>
      </dsp:txBody>
      <dsp:txXfrm>
        <a:off x="492713" y="3799528"/>
        <a:ext cx="6390734" cy="58603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6C51D-9513-4302-8B68-5033D81BB0AF}">
      <dsp:nvSpPr>
        <dsp:cNvPr id="0" name=""/>
        <dsp:cNvSpPr/>
      </dsp:nvSpPr>
      <dsp:spPr>
        <a:xfrm>
          <a:off x="1732619" y="0"/>
          <a:ext cx="3224542" cy="322463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623A4E-EC44-400F-94A9-0CF12A670022}">
      <dsp:nvSpPr>
        <dsp:cNvPr id="0" name=""/>
        <dsp:cNvSpPr/>
      </dsp:nvSpPr>
      <dsp:spPr>
        <a:xfrm>
          <a:off x="4952507" y="956988"/>
          <a:ext cx="1932863" cy="1282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CO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No se modifica se deja tal cual orden medica </a:t>
          </a:r>
          <a:endParaRPr lang="es-CO" sz="1800" kern="1200" dirty="0"/>
        </a:p>
      </dsp:txBody>
      <dsp:txXfrm>
        <a:off x="4952507" y="956988"/>
        <a:ext cx="1932863" cy="1282112"/>
      </dsp:txXfrm>
    </dsp:sp>
    <dsp:sp modelId="{61911B0A-C142-493D-80BD-0CBCC653C4D9}">
      <dsp:nvSpPr>
        <dsp:cNvPr id="0" name=""/>
        <dsp:cNvSpPr/>
      </dsp:nvSpPr>
      <dsp:spPr>
        <a:xfrm>
          <a:off x="2444788" y="1167448"/>
          <a:ext cx="1799041" cy="899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Ordenes SAP </a:t>
          </a:r>
          <a:endParaRPr lang="es-CO" sz="2000" kern="1200" dirty="0"/>
        </a:p>
      </dsp:txBody>
      <dsp:txXfrm>
        <a:off x="2444788" y="1167448"/>
        <a:ext cx="1799041" cy="899414"/>
      </dsp:txXfrm>
    </dsp:sp>
    <dsp:sp modelId="{A7D8B996-D075-412E-A17D-3FD4B4E4A173}">
      <dsp:nvSpPr>
        <dsp:cNvPr id="0" name=""/>
        <dsp:cNvSpPr/>
      </dsp:nvSpPr>
      <dsp:spPr>
        <a:xfrm>
          <a:off x="1066997" y="2066862"/>
          <a:ext cx="2770127" cy="2771299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5906DEB-1C50-42F6-814B-2F40B23DBB2B}">
      <dsp:nvSpPr>
        <dsp:cNvPr id="0" name=""/>
        <dsp:cNvSpPr/>
      </dsp:nvSpPr>
      <dsp:spPr>
        <a:xfrm>
          <a:off x="4071605" y="2832743"/>
          <a:ext cx="1932863" cy="12821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kern="1200"/>
            <a:t>Sean o no  solicitada  por  cardiología se deja como viene ordenada.</a:t>
          </a:r>
          <a:endParaRPr lang="es-CO" sz="1800" kern="1200" dirty="0"/>
        </a:p>
      </dsp:txBody>
      <dsp:txXfrm>
        <a:off x="4071605" y="2832743"/>
        <a:ext cx="1932863" cy="1282112"/>
      </dsp:txXfrm>
    </dsp:sp>
    <dsp:sp modelId="{40EA859F-7EA5-4ACE-AEE1-72EC69843C5C}">
      <dsp:nvSpPr>
        <dsp:cNvPr id="0" name=""/>
        <dsp:cNvSpPr/>
      </dsp:nvSpPr>
      <dsp:spPr>
        <a:xfrm>
          <a:off x="1545268" y="3023851"/>
          <a:ext cx="1799041" cy="8994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Ordenes Manuales/ Externas </a:t>
          </a:r>
          <a:endParaRPr lang="es-CO" sz="2000" kern="1200" dirty="0"/>
        </a:p>
      </dsp:txBody>
      <dsp:txXfrm>
        <a:off x="1545268" y="3023851"/>
        <a:ext cx="1799041" cy="8994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4BBEC7-7BE6-4319-8FA3-50CC80E3708E}">
      <dsp:nvSpPr>
        <dsp:cNvPr id="0" name=""/>
        <dsp:cNvSpPr/>
      </dsp:nvSpPr>
      <dsp:spPr>
        <a:xfrm>
          <a:off x="3270605" y="1814264"/>
          <a:ext cx="1744222" cy="8300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5683"/>
              </a:lnTo>
              <a:lnTo>
                <a:pt x="1744222" y="565683"/>
              </a:lnTo>
              <a:lnTo>
                <a:pt x="1744222" y="83009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3C85C1-EE90-4803-9932-55B9AD508ECC}">
      <dsp:nvSpPr>
        <dsp:cNvPr id="0" name=""/>
        <dsp:cNvSpPr/>
      </dsp:nvSpPr>
      <dsp:spPr>
        <a:xfrm>
          <a:off x="1526382" y="1814264"/>
          <a:ext cx="1744222" cy="830091"/>
        </a:xfrm>
        <a:custGeom>
          <a:avLst/>
          <a:gdLst/>
          <a:ahLst/>
          <a:cxnLst/>
          <a:rect l="0" t="0" r="0" b="0"/>
          <a:pathLst>
            <a:path>
              <a:moveTo>
                <a:pt x="1744222" y="0"/>
              </a:moveTo>
              <a:lnTo>
                <a:pt x="1744222" y="565683"/>
              </a:lnTo>
              <a:lnTo>
                <a:pt x="0" y="565683"/>
              </a:lnTo>
              <a:lnTo>
                <a:pt x="0" y="830091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A9F4E0-A942-418F-9844-DE1CF2CC3EFC}">
      <dsp:nvSpPr>
        <dsp:cNvPr id="0" name=""/>
        <dsp:cNvSpPr/>
      </dsp:nvSpPr>
      <dsp:spPr>
        <a:xfrm>
          <a:off x="1843514" y="1858"/>
          <a:ext cx="2854182" cy="1812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DD89EB-CAC7-4392-AC05-57D0A7FDA6D6}">
      <dsp:nvSpPr>
        <dsp:cNvPr id="0" name=""/>
        <dsp:cNvSpPr/>
      </dsp:nvSpPr>
      <dsp:spPr>
        <a:xfrm>
          <a:off x="2160645" y="303133"/>
          <a:ext cx="2854182" cy="1812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b="0" kern="1200"/>
            <a:t>Inmunoglobulinas G </a:t>
          </a:r>
          <a:endParaRPr lang="es-CO" sz="2200" b="0" kern="1200"/>
        </a:p>
      </dsp:txBody>
      <dsp:txXfrm>
        <a:off x="2213729" y="356217"/>
        <a:ext cx="2748014" cy="1706237"/>
      </dsp:txXfrm>
    </dsp:sp>
    <dsp:sp modelId="{567FCCE3-8D66-4E78-AE6E-58C68CC047FA}">
      <dsp:nvSpPr>
        <dsp:cNvPr id="0" name=""/>
        <dsp:cNvSpPr/>
      </dsp:nvSpPr>
      <dsp:spPr>
        <a:xfrm>
          <a:off x="99291" y="2644355"/>
          <a:ext cx="2854182" cy="1812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524B447-B99E-4D0B-8128-EA427CAA6DEE}">
      <dsp:nvSpPr>
        <dsp:cNvPr id="0" name=""/>
        <dsp:cNvSpPr/>
      </dsp:nvSpPr>
      <dsp:spPr>
        <a:xfrm>
          <a:off x="416423" y="2945630"/>
          <a:ext cx="2854182" cy="1812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La prueba </a:t>
          </a:r>
          <a:r>
            <a:rPr lang="es-MX" sz="2200" b="1" kern="1200"/>
            <a:t>906829</a:t>
          </a:r>
          <a:r>
            <a:rPr lang="es-MX" sz="2200" kern="1200"/>
            <a:t> Inmunoglobulina G (IgG) Automatizado  es diferente a las subclases </a:t>
          </a:r>
          <a:endParaRPr lang="es-CO" sz="2200" kern="1200"/>
        </a:p>
      </dsp:txBody>
      <dsp:txXfrm>
        <a:off x="469507" y="2998714"/>
        <a:ext cx="2748014" cy="1706237"/>
      </dsp:txXfrm>
    </dsp:sp>
    <dsp:sp modelId="{2F59A052-EA8D-4E30-A914-28420ABADD03}">
      <dsp:nvSpPr>
        <dsp:cNvPr id="0" name=""/>
        <dsp:cNvSpPr/>
      </dsp:nvSpPr>
      <dsp:spPr>
        <a:xfrm>
          <a:off x="3587736" y="2644355"/>
          <a:ext cx="2854182" cy="181240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4D695D-32FD-45C7-8C6E-62C8C3B82F26}">
      <dsp:nvSpPr>
        <dsp:cNvPr id="0" name=""/>
        <dsp:cNvSpPr/>
      </dsp:nvSpPr>
      <dsp:spPr>
        <a:xfrm>
          <a:off x="3904868" y="2945630"/>
          <a:ext cx="2854182" cy="18124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/>
            <a:t>La prueba </a:t>
          </a:r>
          <a:r>
            <a:rPr lang="es-MX" sz="2200" b="1" kern="1200"/>
            <a:t>906830</a:t>
          </a:r>
          <a:r>
            <a:rPr lang="es-MX" sz="2200" kern="1200"/>
            <a:t> Inmunoglobulina G (IgG) Subclases semiautomatizada es otra prueba </a:t>
          </a:r>
          <a:endParaRPr lang="es-CO" sz="2200" kern="1200"/>
        </a:p>
      </dsp:txBody>
      <dsp:txXfrm>
        <a:off x="3957952" y="2998714"/>
        <a:ext cx="2748014" cy="17062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B6733E-4013-49B2-A5FC-1642B8445278}">
      <dsp:nvSpPr>
        <dsp:cNvPr id="0" name=""/>
        <dsp:cNvSpPr/>
      </dsp:nvSpPr>
      <dsp:spPr>
        <a:xfrm>
          <a:off x="339885" y="462"/>
          <a:ext cx="2540941" cy="15245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/>
            <a:t>Ordenes SAP  Manuales/ Externas</a:t>
          </a:r>
          <a:endParaRPr lang="es-CO" sz="2000" kern="1200" dirty="0"/>
        </a:p>
      </dsp:txBody>
      <dsp:txXfrm>
        <a:off x="384538" y="45115"/>
        <a:ext cx="2451635" cy="1435259"/>
      </dsp:txXfrm>
    </dsp:sp>
    <dsp:sp modelId="{F3CF6A1C-8F4F-46BB-9CA9-31E2BC9277F3}">
      <dsp:nvSpPr>
        <dsp:cNvPr id="0" name=""/>
        <dsp:cNvSpPr/>
      </dsp:nvSpPr>
      <dsp:spPr>
        <a:xfrm>
          <a:off x="3104430" y="447667"/>
          <a:ext cx="538679" cy="6301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500" kern="1200"/>
        </a:p>
      </dsp:txBody>
      <dsp:txXfrm>
        <a:off x="3104430" y="573698"/>
        <a:ext cx="377075" cy="378091"/>
      </dsp:txXfrm>
    </dsp:sp>
    <dsp:sp modelId="{9F724B22-8EF1-49E0-923F-B0A8EEA43335}">
      <dsp:nvSpPr>
        <dsp:cNvPr id="0" name=""/>
        <dsp:cNvSpPr/>
      </dsp:nvSpPr>
      <dsp:spPr>
        <a:xfrm>
          <a:off x="3897204" y="462"/>
          <a:ext cx="2540941" cy="1524565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Se ajusta cups a las pruebas Centrales </a:t>
          </a:r>
          <a:endParaRPr lang="es-CO" sz="1800" kern="1200" dirty="0"/>
        </a:p>
      </dsp:txBody>
      <dsp:txXfrm>
        <a:off x="3941857" y="45115"/>
        <a:ext cx="2451635" cy="1435259"/>
      </dsp:txXfrm>
    </dsp:sp>
    <dsp:sp modelId="{CF818B95-5DCE-434D-8E94-951BA14AB753}">
      <dsp:nvSpPr>
        <dsp:cNvPr id="0" name=""/>
        <dsp:cNvSpPr/>
      </dsp:nvSpPr>
      <dsp:spPr>
        <a:xfrm>
          <a:off x="6661748" y="447667"/>
          <a:ext cx="538679" cy="6301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500" kern="1200"/>
        </a:p>
      </dsp:txBody>
      <dsp:txXfrm>
        <a:off x="6661748" y="573698"/>
        <a:ext cx="377075" cy="378091"/>
      </dsp:txXfrm>
    </dsp:sp>
    <dsp:sp modelId="{EDDD934B-F462-4CD9-A07D-41E2E67674A5}">
      <dsp:nvSpPr>
        <dsp:cNvPr id="0" name=""/>
        <dsp:cNvSpPr/>
      </dsp:nvSpPr>
      <dsp:spPr>
        <a:xfrm>
          <a:off x="7454522" y="462"/>
          <a:ext cx="2540941" cy="1524565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Ordenes SAP se deja No contabilizable las POCT</a:t>
          </a:r>
          <a:endParaRPr lang="es-CO" sz="1800" kern="1200" dirty="0"/>
        </a:p>
      </dsp:txBody>
      <dsp:txXfrm>
        <a:off x="7499175" y="45115"/>
        <a:ext cx="2451635" cy="1435259"/>
      </dsp:txXfrm>
    </dsp:sp>
    <dsp:sp modelId="{41460369-C5F7-4BA4-A222-39D07B571107}">
      <dsp:nvSpPr>
        <dsp:cNvPr id="0" name=""/>
        <dsp:cNvSpPr/>
      </dsp:nvSpPr>
      <dsp:spPr>
        <a:xfrm rot="5400000">
          <a:off x="8455653" y="1702893"/>
          <a:ext cx="538679" cy="6301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500" kern="1200"/>
        </a:p>
      </dsp:txBody>
      <dsp:txXfrm rot="-5400000">
        <a:off x="8535947" y="1748630"/>
        <a:ext cx="378091" cy="377075"/>
      </dsp:txXfrm>
    </dsp:sp>
    <dsp:sp modelId="{BCC49840-800C-4813-8C01-FFD002058513}">
      <dsp:nvSpPr>
        <dsp:cNvPr id="0" name=""/>
        <dsp:cNvSpPr/>
      </dsp:nvSpPr>
      <dsp:spPr>
        <a:xfrm>
          <a:off x="7454522" y="2541403"/>
          <a:ext cx="2540941" cy="1524565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se debe notificar a coordinación médica para la retroalimentación al medico</a:t>
          </a:r>
          <a:endParaRPr lang="es-CO" sz="1800" kern="1200" dirty="0"/>
        </a:p>
      </dsp:txBody>
      <dsp:txXfrm>
        <a:off x="7499175" y="2586056"/>
        <a:ext cx="2451635" cy="14352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5B9364-AA9F-4B81-B3B5-F438070D4A2C}">
      <dsp:nvSpPr>
        <dsp:cNvPr id="0" name=""/>
        <dsp:cNvSpPr/>
      </dsp:nvSpPr>
      <dsp:spPr>
        <a:xfrm>
          <a:off x="3701566" y="1344140"/>
          <a:ext cx="3479460" cy="3243250"/>
        </a:xfrm>
        <a:prstGeom prst="gear9">
          <a:avLst/>
        </a:prstGeom>
        <a:gradFill rotWithShape="0">
          <a:gsLst>
            <a:gs pos="0">
              <a:schemeClr val="accent5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800" kern="1200" dirty="0"/>
            <a:t>Tanto en ordenas SAP como Manuales/Externas </a:t>
          </a:r>
          <a:endParaRPr lang="es-CO" sz="1800" kern="1200" dirty="0"/>
        </a:p>
      </dsp:txBody>
      <dsp:txXfrm>
        <a:off x="4383438" y="2103856"/>
        <a:ext cx="2115716" cy="1667097"/>
      </dsp:txXfrm>
    </dsp:sp>
    <dsp:sp modelId="{F9A9D2BD-2024-48A2-9BA1-9D2E797CD353}">
      <dsp:nvSpPr>
        <dsp:cNvPr id="0" name=""/>
        <dsp:cNvSpPr/>
      </dsp:nvSpPr>
      <dsp:spPr>
        <a:xfrm>
          <a:off x="1416139" y="367697"/>
          <a:ext cx="2977321" cy="2987426"/>
        </a:xfrm>
        <a:prstGeom prst="gear6">
          <a:avLst/>
        </a:prstGeom>
        <a:gradFill rotWithShape="0">
          <a:gsLst>
            <a:gs pos="0">
              <a:schemeClr val="accent5">
                <a:shade val="80000"/>
                <a:hueOff val="179674"/>
                <a:satOff val="-32286"/>
                <a:lumOff val="3239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shade val="80000"/>
                <a:hueOff val="179674"/>
                <a:satOff val="-32286"/>
                <a:lumOff val="3239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shade val="80000"/>
                <a:hueOff val="179674"/>
                <a:satOff val="-32286"/>
                <a:lumOff val="3239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b="0" i="0" u="none" kern="1200" dirty="0"/>
            <a:t>Se ajustan al algoritmo excepto diagnóstico específicos </a:t>
          </a:r>
          <a:endParaRPr lang="es-CO" sz="1800" b="0" u="none" kern="1200" dirty="0"/>
        </a:p>
      </dsp:txBody>
      <dsp:txXfrm>
        <a:off x="2165689" y="1123268"/>
        <a:ext cx="1478221" cy="1476284"/>
      </dsp:txXfrm>
    </dsp:sp>
    <dsp:sp modelId="{A597C55A-54C4-4E2D-A6B9-D85B8F7387D9}">
      <dsp:nvSpPr>
        <dsp:cNvPr id="0" name=""/>
        <dsp:cNvSpPr/>
      </dsp:nvSpPr>
      <dsp:spPr>
        <a:xfrm>
          <a:off x="4558566" y="1116251"/>
          <a:ext cx="3242617" cy="3242617"/>
        </a:xfrm>
        <a:prstGeom prst="circularArrow">
          <a:avLst>
            <a:gd name="adj1" fmla="val 4878"/>
            <a:gd name="adj2" fmla="val 312630"/>
            <a:gd name="adj3" fmla="val 3185550"/>
            <a:gd name="adj4" fmla="val 15163946"/>
            <a:gd name="adj5" fmla="val 5691"/>
          </a:avLst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D1CC2EA-71C8-4B51-B7D5-E3EB91387D2E}">
      <dsp:nvSpPr>
        <dsp:cNvPr id="0" name=""/>
        <dsp:cNvSpPr/>
      </dsp:nvSpPr>
      <dsp:spPr>
        <a:xfrm>
          <a:off x="1055309" y="421077"/>
          <a:ext cx="2451735" cy="2451735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5">
            <a:shade val="90000"/>
            <a:hueOff val="179592"/>
            <a:satOff val="-31865"/>
            <a:lumOff val="30318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25BB7-88A0-4DB1-B3C8-B7255CD7BF12}">
      <dsp:nvSpPr>
        <dsp:cNvPr id="0" name=""/>
        <dsp:cNvSpPr/>
      </dsp:nvSpPr>
      <dsp:spPr>
        <a:xfrm>
          <a:off x="1201904" y="287505"/>
          <a:ext cx="2184029" cy="2184029"/>
        </a:xfrm>
        <a:prstGeom prst="pieWedge">
          <a:avLst/>
        </a:prstGeom>
        <a:solidFill>
          <a:srgbClr val="0070C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Ordenes SAP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Si solicitan  Anticuerpos y Rápidas </a:t>
          </a:r>
          <a:endParaRPr lang="es-CO" sz="1400" kern="1200" dirty="0"/>
        </a:p>
      </dsp:txBody>
      <dsp:txXfrm>
        <a:off x="1841591" y="927192"/>
        <a:ext cx="1544342" cy="1544342"/>
      </dsp:txXfrm>
    </dsp:sp>
    <dsp:sp modelId="{D213AFFC-46B9-4EDB-8D64-6D1534C512F5}">
      <dsp:nvSpPr>
        <dsp:cNvPr id="0" name=""/>
        <dsp:cNvSpPr/>
      </dsp:nvSpPr>
      <dsp:spPr>
        <a:xfrm rot="5400000">
          <a:off x="3486812" y="287505"/>
          <a:ext cx="2184029" cy="2184029"/>
        </a:xfrm>
        <a:prstGeom prst="pieWedge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Ordenes Manuales/ Externas </a:t>
          </a:r>
          <a:endParaRPr lang="es-CO" sz="1400" kern="1200" dirty="0"/>
        </a:p>
      </dsp:txBody>
      <dsp:txXfrm rot="-5400000">
        <a:off x="3486812" y="927192"/>
        <a:ext cx="1544342" cy="1544342"/>
      </dsp:txXfrm>
    </dsp:sp>
    <dsp:sp modelId="{130274E4-FCA2-4E9B-B4C1-401F4CC6FB24}">
      <dsp:nvSpPr>
        <dsp:cNvPr id="0" name=""/>
        <dsp:cNvSpPr/>
      </dsp:nvSpPr>
      <dsp:spPr>
        <a:xfrm rot="10800000">
          <a:off x="3486812" y="2572413"/>
          <a:ext cx="2184029" cy="2184029"/>
        </a:xfrm>
        <a:prstGeom prst="pieWedge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Pacientes Maternas </a:t>
          </a:r>
          <a:endParaRPr lang="es-CO" sz="1400" kern="1200" dirty="0"/>
        </a:p>
      </dsp:txBody>
      <dsp:txXfrm rot="10800000">
        <a:off x="3486812" y="2572413"/>
        <a:ext cx="1544342" cy="1544342"/>
      </dsp:txXfrm>
    </dsp:sp>
    <dsp:sp modelId="{82741F98-0081-4EF1-B986-C4A72407EEF8}">
      <dsp:nvSpPr>
        <dsp:cNvPr id="0" name=""/>
        <dsp:cNvSpPr/>
      </dsp:nvSpPr>
      <dsp:spPr>
        <a:xfrm rot="16200000">
          <a:off x="1201904" y="2572413"/>
          <a:ext cx="2184029" cy="2184029"/>
        </a:xfrm>
        <a:prstGeom prst="pieWedge">
          <a:avLst/>
        </a:prstGeom>
        <a:solidFill>
          <a:schemeClr val="accent2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/>
            <a:t>Nota:</a:t>
          </a:r>
          <a:endParaRPr lang="es-CO" sz="1400" kern="1200" dirty="0"/>
        </a:p>
      </dsp:txBody>
      <dsp:txXfrm rot="5400000">
        <a:off x="1841591" y="2572413"/>
        <a:ext cx="1544342" cy="1544342"/>
      </dsp:txXfrm>
    </dsp:sp>
    <dsp:sp modelId="{9FB2BFBB-AAEF-4027-9B66-FE17DFC53C65}">
      <dsp:nvSpPr>
        <dsp:cNvPr id="0" name=""/>
        <dsp:cNvSpPr/>
      </dsp:nvSpPr>
      <dsp:spPr>
        <a:xfrm>
          <a:off x="3059338" y="2068019"/>
          <a:ext cx="754070" cy="655713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A1F8999-D2FE-47EE-9D67-8FC75B139B05}">
      <dsp:nvSpPr>
        <dsp:cNvPr id="0" name=""/>
        <dsp:cNvSpPr/>
      </dsp:nvSpPr>
      <dsp:spPr>
        <a:xfrm rot="10800000">
          <a:off x="3059338" y="2320216"/>
          <a:ext cx="754070" cy="655713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 z="190500"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722B8-D06C-4F13-AA95-8C893190CA85}">
      <dsp:nvSpPr>
        <dsp:cNvPr id="0" name=""/>
        <dsp:cNvSpPr/>
      </dsp:nvSpPr>
      <dsp:spPr>
        <a:xfrm rot="5400000">
          <a:off x="-405587" y="408996"/>
          <a:ext cx="2703917" cy="1892741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/>
            <a:t>90700804 </a:t>
          </a:r>
          <a:r>
            <a:rPr lang="es-ES" sz="1600" kern="1200" dirty="0"/>
            <a:t>Tamizaje de cáncer de colon  sangre oculta de 50 a 75 años</a:t>
          </a:r>
          <a:endParaRPr lang="es-CO" sz="1600" kern="1200" dirty="0"/>
        </a:p>
      </dsp:txBody>
      <dsp:txXfrm rot="-5400000">
        <a:off x="2" y="949779"/>
        <a:ext cx="1892741" cy="811176"/>
      </dsp:txXfrm>
    </dsp:sp>
    <dsp:sp modelId="{B6C2BE19-EAF9-455D-9200-23204266584B}">
      <dsp:nvSpPr>
        <dsp:cNvPr id="0" name=""/>
        <dsp:cNvSpPr/>
      </dsp:nvSpPr>
      <dsp:spPr>
        <a:xfrm rot="5400000">
          <a:off x="4242975" y="-2346824"/>
          <a:ext cx="1758470" cy="64589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 dirty="0"/>
            <a:t>Orden SAP u orden Manual/Externa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Edad paciente entre 50 – 75 años 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Fuera de la edad se ajusta a Cups </a:t>
          </a:r>
          <a:r>
            <a:rPr lang="es-CO" sz="1600" b="1" kern="1200" dirty="0"/>
            <a:t>907009</a:t>
          </a:r>
          <a:r>
            <a:rPr lang="es-CO" sz="1600" kern="1200" dirty="0"/>
            <a:t> sangre oculta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s-ES" sz="1600" kern="1200" dirty="0"/>
            <a:t>Notificar a coordinación médica para la retroalimentación al medico </a:t>
          </a:r>
          <a:endParaRPr lang="es-CO" sz="1600" kern="1200" dirty="0"/>
        </a:p>
      </dsp:txBody>
      <dsp:txXfrm rot="-5400000">
        <a:off x="1892742" y="89250"/>
        <a:ext cx="6373096" cy="1586788"/>
      </dsp:txXfrm>
    </dsp:sp>
    <dsp:sp modelId="{82EBFCE1-F799-4535-9532-DE2622CF9F70}">
      <dsp:nvSpPr>
        <dsp:cNvPr id="0" name=""/>
        <dsp:cNvSpPr/>
      </dsp:nvSpPr>
      <dsp:spPr>
        <a:xfrm rot="5400000">
          <a:off x="-405587" y="2830701"/>
          <a:ext cx="2703917" cy="1892741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600" b="1" i="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0" kern="1200" dirty="0"/>
            <a:t>90661001 </a:t>
          </a:r>
          <a:r>
            <a:rPr lang="es-ES" sz="1600" b="0" i="0" kern="1200" dirty="0"/>
            <a:t>Tamizaje cáncer de próstata antígeno prostático 50 a 75 años</a:t>
          </a:r>
          <a:endParaRPr lang="es-CO" sz="1600" b="0" kern="1200" dirty="0"/>
        </a:p>
      </dsp:txBody>
      <dsp:txXfrm rot="-5400000">
        <a:off x="2" y="3371484"/>
        <a:ext cx="1892741" cy="811176"/>
      </dsp:txXfrm>
    </dsp:sp>
    <dsp:sp modelId="{B8D2A907-B626-40EA-9F56-C8E44C16B5C4}">
      <dsp:nvSpPr>
        <dsp:cNvPr id="0" name=""/>
        <dsp:cNvSpPr/>
      </dsp:nvSpPr>
      <dsp:spPr>
        <a:xfrm rot="5400000">
          <a:off x="4243437" y="74418"/>
          <a:ext cx="1757546" cy="645893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600" kern="1200"/>
            <a:t>Orden SAP u orden Manual/Externa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Edad paciente entre 50 – 75 años </a:t>
          </a:r>
          <a:endParaRPr lang="es-CO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Fuera de la edad se ajusta a Cups </a:t>
          </a:r>
          <a:r>
            <a:rPr lang="es-CO" sz="1600" b="1" kern="1200" dirty="0"/>
            <a:t>906610</a:t>
          </a:r>
          <a:r>
            <a:rPr lang="es-CO" sz="1600" kern="1200" dirty="0"/>
            <a:t> Antígeno Específico de Próstata.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600" kern="1200" dirty="0"/>
            <a:t>Notificar a coordinación médica para la retroalimentación al medico </a:t>
          </a:r>
          <a:endParaRPr lang="es-CO" sz="1600" kern="1200" dirty="0"/>
        </a:p>
      </dsp:txBody>
      <dsp:txXfrm rot="-5400000">
        <a:off x="1892742" y="2510909"/>
        <a:ext cx="6373141" cy="158595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D2F994-9601-424C-8C10-E4BB25A12A59}">
      <dsp:nvSpPr>
        <dsp:cNvPr id="0" name=""/>
        <dsp:cNvSpPr/>
      </dsp:nvSpPr>
      <dsp:spPr>
        <a:xfrm>
          <a:off x="6348911" y="1671292"/>
          <a:ext cx="91440" cy="7643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6437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C0B1E7-BB78-43A8-B4E3-23B83F57EC57}">
      <dsp:nvSpPr>
        <dsp:cNvPr id="0" name=""/>
        <dsp:cNvSpPr/>
      </dsp:nvSpPr>
      <dsp:spPr>
        <a:xfrm>
          <a:off x="3136657" y="1671292"/>
          <a:ext cx="91440" cy="76437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6437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64C91F-1F84-497A-9DC2-A9EC051CF7E5}">
      <dsp:nvSpPr>
        <dsp:cNvPr id="0" name=""/>
        <dsp:cNvSpPr/>
      </dsp:nvSpPr>
      <dsp:spPr>
        <a:xfrm>
          <a:off x="1868273" y="2380"/>
          <a:ext cx="2628208" cy="1668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593EE4-5577-4659-9444-A239BA2B42F7}">
      <dsp:nvSpPr>
        <dsp:cNvPr id="0" name=""/>
        <dsp:cNvSpPr/>
      </dsp:nvSpPr>
      <dsp:spPr>
        <a:xfrm>
          <a:off x="2160296" y="279802"/>
          <a:ext cx="2628208" cy="1668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 dirty="0">
              <a:solidFill>
                <a:schemeClr val="tx1"/>
              </a:solidFill>
            </a:rPr>
            <a:t>Creatina</a:t>
          </a:r>
          <a:endParaRPr lang="es-CO" sz="2400" b="1" kern="1200" dirty="0">
            <a:solidFill>
              <a:schemeClr val="tx1"/>
            </a:solidFill>
          </a:endParaRPr>
        </a:p>
      </dsp:txBody>
      <dsp:txXfrm>
        <a:off x="2209177" y="328683"/>
        <a:ext cx="2530446" cy="1571150"/>
      </dsp:txXfrm>
    </dsp:sp>
    <dsp:sp modelId="{E7381C18-AF32-4FAE-AA9B-B11C2CCA2896}">
      <dsp:nvSpPr>
        <dsp:cNvPr id="0" name=""/>
        <dsp:cNvSpPr/>
      </dsp:nvSpPr>
      <dsp:spPr>
        <a:xfrm>
          <a:off x="1868273" y="2435662"/>
          <a:ext cx="2628208" cy="16689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DA2ECBB-C027-437D-8D83-614323138D36}">
      <dsp:nvSpPr>
        <dsp:cNvPr id="0" name=""/>
        <dsp:cNvSpPr/>
      </dsp:nvSpPr>
      <dsp:spPr>
        <a:xfrm>
          <a:off x="2160296" y="2713084"/>
          <a:ext cx="2628208" cy="1668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kern="1200" dirty="0"/>
            <a:t>Ordenes SAP, Manuales y Externas se ingresa como viene ordenada.</a:t>
          </a:r>
          <a:endParaRPr lang="es-CO" sz="2000" kern="1200" dirty="0"/>
        </a:p>
      </dsp:txBody>
      <dsp:txXfrm>
        <a:off x="2209177" y="2761965"/>
        <a:ext cx="2530446" cy="1571150"/>
      </dsp:txXfrm>
    </dsp:sp>
    <dsp:sp modelId="{C5750CBA-6002-4A37-8D1B-DFDFE943277A}">
      <dsp:nvSpPr>
        <dsp:cNvPr id="0" name=""/>
        <dsp:cNvSpPr/>
      </dsp:nvSpPr>
      <dsp:spPr>
        <a:xfrm>
          <a:off x="5080527" y="2380"/>
          <a:ext cx="2628208" cy="16689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70308D-EACD-4178-A1BD-7BA2807FF311}">
      <dsp:nvSpPr>
        <dsp:cNvPr id="0" name=""/>
        <dsp:cNvSpPr/>
      </dsp:nvSpPr>
      <dsp:spPr>
        <a:xfrm>
          <a:off x="5372550" y="279802"/>
          <a:ext cx="2628208" cy="1668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b="1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rPr>
            <a:t>Coproscópico y Tamizaje de colon</a:t>
          </a:r>
          <a:endParaRPr lang="es-CO" sz="2400" b="1" kern="1200" dirty="0">
            <a:solidFill>
              <a:prstClr val="black"/>
            </a:solidFill>
            <a:latin typeface="Aptos" panose="02110004020202020204"/>
            <a:ea typeface="+mn-ea"/>
            <a:cs typeface="+mn-cs"/>
          </a:endParaRPr>
        </a:p>
      </dsp:txBody>
      <dsp:txXfrm>
        <a:off x="5421431" y="328683"/>
        <a:ext cx="2530446" cy="1571150"/>
      </dsp:txXfrm>
    </dsp:sp>
    <dsp:sp modelId="{F95392B4-57F5-4447-992D-6C89C589356D}">
      <dsp:nvSpPr>
        <dsp:cNvPr id="0" name=""/>
        <dsp:cNvSpPr/>
      </dsp:nvSpPr>
      <dsp:spPr>
        <a:xfrm>
          <a:off x="5080527" y="2435662"/>
          <a:ext cx="2628208" cy="16689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3880B04-B5C4-4EF4-B128-5BB071132522}">
      <dsp:nvSpPr>
        <dsp:cNvPr id="0" name=""/>
        <dsp:cNvSpPr/>
      </dsp:nvSpPr>
      <dsp:spPr>
        <a:xfrm>
          <a:off x="5372550" y="2713084"/>
          <a:ext cx="2628208" cy="166891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228600" lvl="1" indent="-22860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MX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    Se realiza  envío de  las dos prestaciones.</a:t>
          </a:r>
          <a:endParaRPr lang="es-CO" sz="2000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5421431" y="2761965"/>
        <a:ext cx="2530446" cy="157115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E9A22-149C-4253-A7A8-4A9A5134443B}">
      <dsp:nvSpPr>
        <dsp:cNvPr id="0" name=""/>
        <dsp:cNvSpPr/>
      </dsp:nvSpPr>
      <dsp:spPr>
        <a:xfrm>
          <a:off x="20694" y="3129"/>
          <a:ext cx="2452143" cy="980857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902210 Hemograma IV</a:t>
          </a:r>
          <a:endParaRPr lang="es-CO" sz="1500" b="1" kern="1200" dirty="0"/>
        </a:p>
      </dsp:txBody>
      <dsp:txXfrm>
        <a:off x="511123" y="3129"/>
        <a:ext cx="1471286" cy="980857"/>
      </dsp:txXfrm>
    </dsp:sp>
    <dsp:sp modelId="{05889462-E21B-4141-A6B9-25238B840916}">
      <dsp:nvSpPr>
        <dsp:cNvPr id="0" name=""/>
        <dsp:cNvSpPr/>
      </dsp:nvSpPr>
      <dsp:spPr>
        <a:xfrm>
          <a:off x="2123915" y="174"/>
          <a:ext cx="2035279" cy="986768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HEMATOCRITO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2617299" y="174"/>
        <a:ext cx="1048511" cy="986768"/>
      </dsp:txXfrm>
    </dsp:sp>
    <dsp:sp modelId="{2ADC53D0-1F0B-414A-81D1-8747F5DD2D79}">
      <dsp:nvSpPr>
        <dsp:cNvPr id="0" name=""/>
        <dsp:cNvSpPr/>
      </dsp:nvSpPr>
      <dsp:spPr>
        <a:xfrm>
          <a:off x="3874255" y="14893"/>
          <a:ext cx="2035279" cy="957330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HEMOGLOBINA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4352920" y="14893"/>
        <a:ext cx="1077949" cy="957330"/>
      </dsp:txXfrm>
    </dsp:sp>
    <dsp:sp modelId="{D07635C9-BD96-46FE-8AE1-C79C624F539C}">
      <dsp:nvSpPr>
        <dsp:cNvPr id="0" name=""/>
        <dsp:cNvSpPr/>
      </dsp:nvSpPr>
      <dsp:spPr>
        <a:xfrm>
          <a:off x="0" y="1038671"/>
          <a:ext cx="2452143" cy="98085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903823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DEPURACIÓN DE CREATININA</a:t>
          </a:r>
          <a:endParaRPr lang="es-CO" sz="1500" b="1" kern="1200" dirty="0"/>
        </a:p>
      </dsp:txBody>
      <dsp:txXfrm>
        <a:off x="490429" y="1038671"/>
        <a:ext cx="1471286" cy="980857"/>
      </dsp:txXfrm>
    </dsp:sp>
    <dsp:sp modelId="{4F077616-8BDC-4A62-9A13-55B95DEC6FB6}">
      <dsp:nvSpPr>
        <dsp:cNvPr id="0" name=""/>
        <dsp:cNvSpPr/>
      </dsp:nvSpPr>
      <dsp:spPr>
        <a:xfrm>
          <a:off x="2133364" y="1122048"/>
          <a:ext cx="2035279" cy="814111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CREATININA EN SUERO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2540420" y="1122048"/>
        <a:ext cx="1221168" cy="814111"/>
      </dsp:txXfrm>
    </dsp:sp>
    <dsp:sp modelId="{D700DD64-B755-4753-84CB-31F9AB23FFF2}">
      <dsp:nvSpPr>
        <dsp:cNvPr id="0" name=""/>
        <dsp:cNvSpPr/>
      </dsp:nvSpPr>
      <dsp:spPr>
        <a:xfrm>
          <a:off x="3883704" y="1122048"/>
          <a:ext cx="2035279" cy="814111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CREATININA EN ORINA 24 HORAS 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4290760" y="1122048"/>
        <a:ext cx="1221168" cy="814111"/>
      </dsp:txXfrm>
    </dsp:sp>
    <dsp:sp modelId="{B5BF3718-FC78-4EF9-8F25-5555A2E4B4A5}">
      <dsp:nvSpPr>
        <dsp:cNvPr id="0" name=""/>
        <dsp:cNvSpPr/>
      </dsp:nvSpPr>
      <dsp:spPr>
        <a:xfrm>
          <a:off x="5743056" y="64452"/>
          <a:ext cx="2401995" cy="964575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PLAQUETAS AUTOMATIZADAS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6225344" y="64452"/>
        <a:ext cx="1437420" cy="964575"/>
      </dsp:txXfrm>
    </dsp:sp>
    <dsp:sp modelId="{A1BCDD02-6393-432D-90A5-78E00779383E}">
      <dsp:nvSpPr>
        <dsp:cNvPr id="0" name=""/>
        <dsp:cNvSpPr/>
      </dsp:nvSpPr>
      <dsp:spPr>
        <a:xfrm>
          <a:off x="7782892" y="64452"/>
          <a:ext cx="2035279" cy="99054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EOSINÓFILOS EN SANGRE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8278165" y="64452"/>
        <a:ext cx="1044733" cy="990546"/>
      </dsp:txXfrm>
    </dsp:sp>
    <dsp:sp modelId="{4AFF304D-BFD7-41FF-B18C-24AD4EFA73A2}">
      <dsp:nvSpPr>
        <dsp:cNvPr id="0" name=""/>
        <dsp:cNvSpPr/>
      </dsp:nvSpPr>
      <dsp:spPr>
        <a:xfrm>
          <a:off x="255174" y="2161693"/>
          <a:ext cx="2452143" cy="980857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903861 PROTEÍNAS  DIFERENCIADAS</a:t>
          </a:r>
          <a:endParaRPr lang="es-CO" sz="1500" b="1" kern="1200" dirty="0"/>
        </a:p>
      </dsp:txBody>
      <dsp:txXfrm>
        <a:off x="745603" y="2161693"/>
        <a:ext cx="1471286" cy="980857"/>
      </dsp:txXfrm>
    </dsp:sp>
    <dsp:sp modelId="{EF271A90-362B-4D1A-B5B5-074264EC45AE}">
      <dsp:nvSpPr>
        <dsp:cNvPr id="0" name=""/>
        <dsp:cNvSpPr/>
      </dsp:nvSpPr>
      <dsp:spPr>
        <a:xfrm>
          <a:off x="2133364" y="2245070"/>
          <a:ext cx="2035279" cy="814111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PROTEÍNAS TOTALES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2540420" y="2245070"/>
        <a:ext cx="1221168" cy="814111"/>
      </dsp:txXfrm>
    </dsp:sp>
    <dsp:sp modelId="{EECB0790-577F-483D-B375-70C746C26C2C}">
      <dsp:nvSpPr>
        <dsp:cNvPr id="0" name=""/>
        <dsp:cNvSpPr/>
      </dsp:nvSpPr>
      <dsp:spPr>
        <a:xfrm>
          <a:off x="3883704" y="2245070"/>
          <a:ext cx="2035279" cy="814111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ALBUMINA EN SUERO  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4290760" y="2245070"/>
        <a:ext cx="1221168" cy="814111"/>
      </dsp:txXfrm>
    </dsp:sp>
    <dsp:sp modelId="{CF77FA1A-D0F9-4B3A-832C-C8FE54527808}">
      <dsp:nvSpPr>
        <dsp:cNvPr id="0" name=""/>
        <dsp:cNvSpPr/>
      </dsp:nvSpPr>
      <dsp:spPr>
        <a:xfrm>
          <a:off x="5634044" y="2245070"/>
          <a:ext cx="2035279" cy="814111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GLOBULINA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6041100" y="2245070"/>
        <a:ext cx="1221168" cy="814111"/>
      </dsp:txXfrm>
    </dsp:sp>
    <dsp:sp modelId="{6356A5FB-502C-4FC7-8EC9-74E670DAB07F}">
      <dsp:nvSpPr>
        <dsp:cNvPr id="0" name=""/>
        <dsp:cNvSpPr/>
      </dsp:nvSpPr>
      <dsp:spPr>
        <a:xfrm>
          <a:off x="0" y="3279871"/>
          <a:ext cx="2452143" cy="980857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907004 COPROSCÓPICO</a:t>
          </a:r>
          <a:endParaRPr lang="es-CO" sz="1600" b="1" kern="1200" dirty="0"/>
        </a:p>
      </dsp:txBody>
      <dsp:txXfrm>
        <a:off x="490429" y="3279871"/>
        <a:ext cx="1471286" cy="980857"/>
      </dsp:txXfrm>
    </dsp:sp>
    <dsp:sp modelId="{1F80FEE7-BAE5-4064-A2FA-B2872852BDE5}">
      <dsp:nvSpPr>
        <dsp:cNvPr id="0" name=""/>
        <dsp:cNvSpPr/>
      </dsp:nvSpPr>
      <dsp:spPr>
        <a:xfrm>
          <a:off x="2133364" y="3363247"/>
          <a:ext cx="2035279" cy="814111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solidFill>
                <a:schemeClr val="accent5"/>
              </a:solidFill>
            </a:rPr>
            <a:t> </a:t>
          </a:r>
          <a:r>
            <a:rPr lang="es-CO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SANGRE OCULTA 1-2-3</a:t>
          </a:r>
        </a:p>
      </dsp:txBody>
      <dsp:txXfrm>
        <a:off x="2540420" y="3363247"/>
        <a:ext cx="1221168" cy="814111"/>
      </dsp:txXfrm>
    </dsp:sp>
    <dsp:sp modelId="{284906C5-CFD5-48F4-AA5A-A9BDCA6365FD}">
      <dsp:nvSpPr>
        <dsp:cNvPr id="0" name=""/>
        <dsp:cNvSpPr/>
      </dsp:nvSpPr>
      <dsp:spPr>
        <a:xfrm>
          <a:off x="3883704" y="3363247"/>
          <a:ext cx="2035279" cy="814111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COPROLÓGICO 1-2-3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sp:txBody>
      <dsp:txXfrm>
        <a:off x="4290760" y="3363247"/>
        <a:ext cx="1221168" cy="81411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E9A22-149C-4253-A7A8-4A9A5134443B}">
      <dsp:nvSpPr>
        <dsp:cNvPr id="0" name=""/>
        <dsp:cNvSpPr/>
      </dsp:nvSpPr>
      <dsp:spPr>
        <a:xfrm>
          <a:off x="1049" y="268860"/>
          <a:ext cx="2157022" cy="86280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 dirty="0"/>
            <a:t>903837 FRACCIÓN EXCRETADA DE SODIO </a:t>
          </a:r>
          <a:endParaRPr lang="es-CO" sz="1300" b="1" kern="1200" dirty="0"/>
        </a:p>
      </dsp:txBody>
      <dsp:txXfrm>
        <a:off x="432454" y="268860"/>
        <a:ext cx="1294213" cy="862809"/>
      </dsp:txXfrm>
    </dsp:sp>
    <dsp:sp modelId="{05889462-E21B-4141-A6B9-25238B840916}">
      <dsp:nvSpPr>
        <dsp:cNvPr id="0" name=""/>
        <dsp:cNvSpPr/>
      </dsp:nvSpPr>
      <dsp:spPr>
        <a:xfrm>
          <a:off x="1877659" y="342199"/>
          <a:ext cx="1790328" cy="716131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 EN SUERO 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2235725" y="342199"/>
        <a:ext cx="1074197" cy="716131"/>
      </dsp:txXfrm>
    </dsp:sp>
    <dsp:sp modelId="{2ADC53D0-1F0B-414A-81D1-8747F5DD2D79}">
      <dsp:nvSpPr>
        <dsp:cNvPr id="0" name=""/>
        <dsp:cNvSpPr/>
      </dsp:nvSpPr>
      <dsp:spPr>
        <a:xfrm>
          <a:off x="3505833" y="371697"/>
          <a:ext cx="1790328" cy="716131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 EN ORINA PARCIAL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3863899" y="371697"/>
        <a:ext cx="1074197" cy="716131"/>
      </dsp:txXfrm>
    </dsp:sp>
    <dsp:sp modelId="{D07635C9-BD96-46FE-8AE1-C79C624F539C}">
      <dsp:nvSpPr>
        <dsp:cNvPr id="0" name=""/>
        <dsp:cNvSpPr/>
      </dsp:nvSpPr>
      <dsp:spPr>
        <a:xfrm>
          <a:off x="1049" y="1252463"/>
          <a:ext cx="2157022" cy="86280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 dirty="0"/>
            <a:t>903605  IONOGRAMA</a:t>
          </a:r>
          <a:endParaRPr lang="es-CO" sz="1300" b="1" kern="1200" dirty="0"/>
        </a:p>
      </dsp:txBody>
      <dsp:txXfrm>
        <a:off x="432454" y="1252463"/>
        <a:ext cx="1294213" cy="862809"/>
      </dsp:txXfrm>
    </dsp:sp>
    <dsp:sp modelId="{4F077616-8BDC-4A62-9A13-55B95DEC6FB6}">
      <dsp:nvSpPr>
        <dsp:cNvPr id="0" name=""/>
        <dsp:cNvSpPr/>
      </dsp:nvSpPr>
      <dsp:spPr>
        <a:xfrm>
          <a:off x="1877659" y="1325802"/>
          <a:ext cx="1790328" cy="716131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CLORO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2235725" y="1325802"/>
        <a:ext cx="1074197" cy="716131"/>
      </dsp:txXfrm>
    </dsp:sp>
    <dsp:sp modelId="{D700DD64-B755-4753-84CB-31F9AB23FFF2}">
      <dsp:nvSpPr>
        <dsp:cNvPr id="0" name=""/>
        <dsp:cNvSpPr/>
      </dsp:nvSpPr>
      <dsp:spPr>
        <a:xfrm>
          <a:off x="3417342" y="1325802"/>
          <a:ext cx="1790328" cy="716131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3775408" y="1325802"/>
        <a:ext cx="1074197" cy="716131"/>
      </dsp:txXfrm>
    </dsp:sp>
    <dsp:sp modelId="{4F717C86-EA1C-48BB-A77F-D54150859335}">
      <dsp:nvSpPr>
        <dsp:cNvPr id="0" name=""/>
        <dsp:cNvSpPr/>
      </dsp:nvSpPr>
      <dsp:spPr>
        <a:xfrm>
          <a:off x="4957025" y="1325802"/>
          <a:ext cx="1790328" cy="716131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POTASIO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5315091" y="1325802"/>
        <a:ext cx="1074197" cy="716131"/>
      </dsp:txXfrm>
    </dsp:sp>
    <dsp:sp modelId="{B5BF3718-FC78-4EF9-8F25-5555A2E4B4A5}">
      <dsp:nvSpPr>
        <dsp:cNvPr id="0" name=""/>
        <dsp:cNvSpPr/>
      </dsp:nvSpPr>
      <dsp:spPr>
        <a:xfrm>
          <a:off x="5025809" y="352622"/>
          <a:ext cx="1790328" cy="716131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CREATININA EN SUERO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5383875" y="352622"/>
        <a:ext cx="1074197" cy="716131"/>
      </dsp:txXfrm>
    </dsp:sp>
    <dsp:sp modelId="{A1BCDD02-6393-432D-90A5-78E00779383E}">
      <dsp:nvSpPr>
        <dsp:cNvPr id="0" name=""/>
        <dsp:cNvSpPr/>
      </dsp:nvSpPr>
      <dsp:spPr>
        <a:xfrm>
          <a:off x="6606849" y="365842"/>
          <a:ext cx="1790328" cy="716131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CREATININA EN ORINA PARCIAL 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6964915" y="365842"/>
        <a:ext cx="1074197" cy="716131"/>
      </dsp:txXfrm>
    </dsp:sp>
    <dsp:sp modelId="{4AFF304D-BFD7-41FF-B18C-24AD4EFA73A2}">
      <dsp:nvSpPr>
        <dsp:cNvPr id="0" name=""/>
        <dsp:cNvSpPr/>
      </dsp:nvSpPr>
      <dsp:spPr>
        <a:xfrm>
          <a:off x="1049" y="2236065"/>
          <a:ext cx="2157022" cy="862809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8255" rIns="0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300" b="1" kern="1200" dirty="0"/>
            <a:t>906458 TIROIDEOS MICROSOMALES ANTICUERPOS </a:t>
          </a:r>
          <a:endParaRPr lang="es-CO" sz="1300" b="1" kern="1200" dirty="0"/>
        </a:p>
      </dsp:txBody>
      <dsp:txXfrm>
        <a:off x="432454" y="2236065"/>
        <a:ext cx="1294213" cy="862809"/>
      </dsp:txXfrm>
    </dsp:sp>
    <dsp:sp modelId="{BBCE5A96-30B4-48D7-94C0-61E778732139}">
      <dsp:nvSpPr>
        <dsp:cNvPr id="0" name=""/>
        <dsp:cNvSpPr/>
      </dsp:nvSpPr>
      <dsp:spPr>
        <a:xfrm>
          <a:off x="1877659" y="2309404"/>
          <a:ext cx="1790328" cy="716131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200" kern="1200" dirty="0">
              <a:solidFill>
                <a:schemeClr val="accent1"/>
              </a:solidFill>
            </a:rPr>
            <a:t>TIROIDEOS PEROXIDASA ANTICUERPOS</a:t>
          </a:r>
          <a:endParaRPr lang="es-CO" sz="1200" kern="1200" dirty="0">
            <a:solidFill>
              <a:schemeClr val="accent1"/>
            </a:solidFill>
          </a:endParaRPr>
        </a:p>
      </dsp:txBody>
      <dsp:txXfrm>
        <a:off x="2235725" y="2309404"/>
        <a:ext cx="1074197" cy="716131"/>
      </dsp:txXfrm>
    </dsp:sp>
    <dsp:sp modelId="{6356A5FB-502C-4FC7-8EC9-74E670DAB07F}">
      <dsp:nvSpPr>
        <dsp:cNvPr id="0" name=""/>
        <dsp:cNvSpPr/>
      </dsp:nvSpPr>
      <dsp:spPr>
        <a:xfrm>
          <a:off x="1049" y="3219668"/>
          <a:ext cx="2157022" cy="86280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903026 MICROALBUMINURIA</a:t>
          </a:r>
          <a:endParaRPr lang="es-CO" sz="1600" b="1" kern="1200" dirty="0"/>
        </a:p>
      </dsp:txBody>
      <dsp:txXfrm>
        <a:off x="432454" y="3219668"/>
        <a:ext cx="1294213" cy="862809"/>
      </dsp:txXfrm>
    </dsp:sp>
    <dsp:sp modelId="{1F80FEE7-BAE5-4064-A2FA-B2872852BDE5}">
      <dsp:nvSpPr>
        <dsp:cNvPr id="0" name=""/>
        <dsp:cNvSpPr/>
      </dsp:nvSpPr>
      <dsp:spPr>
        <a:xfrm>
          <a:off x="6493897" y="1302454"/>
          <a:ext cx="1790328" cy="716131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solidFill>
                <a:schemeClr val="accent5"/>
              </a:solidFill>
            </a:rPr>
            <a:t> </a:t>
          </a:r>
          <a:r>
            <a:rPr lang="es-CO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CALCIO</a:t>
          </a:r>
        </a:p>
      </dsp:txBody>
      <dsp:txXfrm>
        <a:off x="6851963" y="1302454"/>
        <a:ext cx="1074197" cy="716131"/>
      </dsp:txXfrm>
    </dsp:sp>
    <dsp:sp modelId="{284906C5-CFD5-48F4-AA5A-A9BDCA6365FD}">
      <dsp:nvSpPr>
        <dsp:cNvPr id="0" name=""/>
        <dsp:cNvSpPr/>
      </dsp:nvSpPr>
      <dsp:spPr>
        <a:xfrm>
          <a:off x="1913000" y="3293006"/>
          <a:ext cx="1790328" cy="716131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CREATININA EN ORINA PARCIAL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sp:txBody>
      <dsp:txXfrm>
        <a:off x="2271066" y="3293006"/>
        <a:ext cx="1074197" cy="71613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E9A22-149C-4253-A7A8-4A9A5134443B}">
      <dsp:nvSpPr>
        <dsp:cNvPr id="0" name=""/>
        <dsp:cNvSpPr/>
      </dsp:nvSpPr>
      <dsp:spPr>
        <a:xfrm>
          <a:off x="497394" y="3416"/>
          <a:ext cx="2457298" cy="98291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903812 CAPACIDAD COMBINACIÓN HIERRO</a:t>
          </a:r>
          <a:endParaRPr lang="es-CO" sz="1500" b="1" kern="1200" dirty="0"/>
        </a:p>
      </dsp:txBody>
      <dsp:txXfrm>
        <a:off x="988854" y="3416"/>
        <a:ext cx="1474379" cy="982919"/>
      </dsp:txXfrm>
    </dsp:sp>
    <dsp:sp modelId="{05889462-E21B-4141-A6B9-25238B840916}">
      <dsp:nvSpPr>
        <dsp:cNvPr id="0" name=""/>
        <dsp:cNvSpPr/>
      </dsp:nvSpPr>
      <dsp:spPr>
        <a:xfrm>
          <a:off x="2635244" y="455"/>
          <a:ext cx="2039557" cy="98884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HIERRO TOTAL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3129665" y="455"/>
        <a:ext cx="1050715" cy="988842"/>
      </dsp:txXfrm>
    </dsp:sp>
    <dsp:sp modelId="{D07635C9-BD96-46FE-8AE1-C79C624F539C}">
      <dsp:nvSpPr>
        <dsp:cNvPr id="0" name=""/>
        <dsp:cNvSpPr/>
      </dsp:nvSpPr>
      <dsp:spPr>
        <a:xfrm>
          <a:off x="497394" y="1126906"/>
          <a:ext cx="2457298" cy="98291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903044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b="1" kern="1200" dirty="0"/>
            <a:t>SATURACIÓN DE TRANSFERRINA	 </a:t>
          </a:r>
        </a:p>
      </dsp:txBody>
      <dsp:txXfrm>
        <a:off x="988854" y="1126906"/>
        <a:ext cx="1474379" cy="982919"/>
      </dsp:txXfrm>
    </dsp:sp>
    <dsp:sp modelId="{4F077616-8BDC-4A62-9A13-55B95DEC6FB6}">
      <dsp:nvSpPr>
        <dsp:cNvPr id="0" name=""/>
        <dsp:cNvSpPr/>
      </dsp:nvSpPr>
      <dsp:spPr>
        <a:xfrm>
          <a:off x="2635244" y="1210455"/>
          <a:ext cx="2039557" cy="815823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HIERRO TOTAL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3043156" y="1210455"/>
        <a:ext cx="1223734" cy="815823"/>
      </dsp:txXfrm>
    </dsp:sp>
    <dsp:sp modelId="{4AFF304D-BFD7-41FF-B18C-24AD4EFA73A2}">
      <dsp:nvSpPr>
        <dsp:cNvPr id="0" name=""/>
        <dsp:cNvSpPr/>
      </dsp:nvSpPr>
      <dsp:spPr>
        <a:xfrm>
          <a:off x="497394" y="2247435"/>
          <a:ext cx="2457298" cy="982919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903842-903843 GLUCOSA PRE Y POST  Y CURVAS GLUCOSAS</a:t>
          </a:r>
          <a:endParaRPr lang="es-CO" sz="1500" b="1" kern="1200" dirty="0"/>
        </a:p>
      </dsp:txBody>
      <dsp:txXfrm>
        <a:off x="988854" y="2247435"/>
        <a:ext cx="1474379" cy="982919"/>
      </dsp:txXfrm>
    </dsp:sp>
    <dsp:sp modelId="{EF271A90-362B-4D1A-B5B5-074264EC45AE}">
      <dsp:nvSpPr>
        <dsp:cNvPr id="0" name=""/>
        <dsp:cNvSpPr/>
      </dsp:nvSpPr>
      <dsp:spPr>
        <a:xfrm>
          <a:off x="2635244" y="2330983"/>
          <a:ext cx="2039557" cy="815823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GLUCOSA EN SUERO U OTRO FLUIDO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3043156" y="2330983"/>
        <a:ext cx="1223734" cy="815823"/>
      </dsp:txXfrm>
    </dsp:sp>
    <dsp:sp modelId="{6356A5FB-502C-4FC7-8EC9-74E670DAB07F}">
      <dsp:nvSpPr>
        <dsp:cNvPr id="0" name=""/>
        <dsp:cNvSpPr/>
      </dsp:nvSpPr>
      <dsp:spPr>
        <a:xfrm>
          <a:off x="497394" y="3367963"/>
          <a:ext cx="2457298" cy="98291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90381601 COLESTEROL DE MUY BAJA DENSIDAD VLDL</a:t>
          </a:r>
          <a:endParaRPr lang="es-CO" sz="1600" b="1" kern="1200" dirty="0"/>
        </a:p>
      </dsp:txBody>
      <dsp:txXfrm>
        <a:off x="988854" y="3367963"/>
        <a:ext cx="1474379" cy="982919"/>
      </dsp:txXfrm>
    </dsp:sp>
    <dsp:sp modelId="{1F80FEE7-BAE5-4064-A2FA-B2872852BDE5}">
      <dsp:nvSpPr>
        <dsp:cNvPr id="0" name=""/>
        <dsp:cNvSpPr/>
      </dsp:nvSpPr>
      <dsp:spPr>
        <a:xfrm>
          <a:off x="2635244" y="3451511"/>
          <a:ext cx="2039557" cy="815823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TRIGLICÉRIDOS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sp:txBody>
      <dsp:txXfrm>
        <a:off x="3043156" y="3451511"/>
        <a:ext cx="1223734" cy="81582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E9A22-149C-4253-A7A8-4A9A5134443B}">
      <dsp:nvSpPr>
        <dsp:cNvPr id="0" name=""/>
        <dsp:cNvSpPr/>
      </dsp:nvSpPr>
      <dsp:spPr>
        <a:xfrm>
          <a:off x="497394" y="3416"/>
          <a:ext cx="2457298" cy="98291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903869  UREA EN SANGRE U OTROS FLUIDOS</a:t>
          </a:r>
          <a:endParaRPr lang="es-CO" sz="1500" b="1" kern="1200" dirty="0"/>
        </a:p>
      </dsp:txBody>
      <dsp:txXfrm>
        <a:off x="988854" y="3416"/>
        <a:ext cx="1474379" cy="982919"/>
      </dsp:txXfrm>
    </dsp:sp>
    <dsp:sp modelId="{05889462-E21B-4141-A6B9-25238B840916}">
      <dsp:nvSpPr>
        <dsp:cNvPr id="0" name=""/>
        <dsp:cNvSpPr/>
      </dsp:nvSpPr>
      <dsp:spPr>
        <a:xfrm>
          <a:off x="2635244" y="455"/>
          <a:ext cx="2039557" cy="98884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NITRÓGENO</a:t>
          </a:r>
          <a:r>
            <a:rPr lang="es-MX" sz="1400" kern="1200" baseline="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 UREICO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3129665" y="455"/>
        <a:ext cx="1050715" cy="988842"/>
      </dsp:txXfrm>
    </dsp:sp>
    <dsp:sp modelId="{D07635C9-BD96-46FE-8AE1-C79C624F539C}">
      <dsp:nvSpPr>
        <dsp:cNvPr id="0" name=""/>
        <dsp:cNvSpPr/>
      </dsp:nvSpPr>
      <dsp:spPr>
        <a:xfrm>
          <a:off x="497394" y="1126906"/>
          <a:ext cx="2457298" cy="98291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>
              <a:solidFill>
                <a:prstClr val="white"/>
              </a:solidFill>
              <a:latin typeface="Aptos" panose="02110004020202020204"/>
              <a:ea typeface="+mn-ea"/>
              <a:cs typeface="+mn-cs"/>
            </a:rPr>
            <a:t>904109 PROLACTINA MEZCLA DE TRES MUESTRAS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b="1" kern="1200" dirty="0"/>
            <a:t>			 </a:t>
          </a:r>
        </a:p>
      </dsp:txBody>
      <dsp:txXfrm>
        <a:off x="988854" y="1126906"/>
        <a:ext cx="1474379" cy="982919"/>
      </dsp:txXfrm>
    </dsp:sp>
    <dsp:sp modelId="{4F077616-8BDC-4A62-9A13-55B95DEC6FB6}">
      <dsp:nvSpPr>
        <dsp:cNvPr id="0" name=""/>
        <dsp:cNvSpPr/>
      </dsp:nvSpPr>
      <dsp:spPr>
        <a:xfrm>
          <a:off x="2635244" y="1210455"/>
          <a:ext cx="2039557" cy="815823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PROLACTINA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3043156" y="1210455"/>
        <a:ext cx="1223734" cy="815823"/>
      </dsp:txXfrm>
    </dsp:sp>
    <dsp:sp modelId="{4AFF304D-BFD7-41FF-B18C-24AD4EFA73A2}">
      <dsp:nvSpPr>
        <dsp:cNvPr id="0" name=""/>
        <dsp:cNvSpPr/>
      </dsp:nvSpPr>
      <dsp:spPr>
        <a:xfrm>
          <a:off x="497394" y="2247435"/>
          <a:ext cx="2457298" cy="982919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904702 INSULINA PRE Y POST  Y CURVAS INSULINA</a:t>
          </a:r>
          <a:endParaRPr lang="es-CO" sz="1500" b="1" kern="1200" dirty="0"/>
        </a:p>
      </dsp:txBody>
      <dsp:txXfrm>
        <a:off x="988854" y="2247435"/>
        <a:ext cx="1474379" cy="982919"/>
      </dsp:txXfrm>
    </dsp:sp>
    <dsp:sp modelId="{EF271A90-362B-4D1A-B5B5-074264EC45AE}">
      <dsp:nvSpPr>
        <dsp:cNvPr id="0" name=""/>
        <dsp:cNvSpPr/>
      </dsp:nvSpPr>
      <dsp:spPr>
        <a:xfrm>
          <a:off x="2635244" y="2330983"/>
          <a:ext cx="2039557" cy="815823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INSULINA CADA MUESTRA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3043156" y="2330983"/>
        <a:ext cx="1223734" cy="815823"/>
      </dsp:txXfrm>
    </dsp:sp>
    <dsp:sp modelId="{6356A5FB-502C-4FC7-8EC9-74E670DAB07F}">
      <dsp:nvSpPr>
        <dsp:cNvPr id="0" name=""/>
        <dsp:cNvSpPr/>
      </dsp:nvSpPr>
      <dsp:spPr>
        <a:xfrm>
          <a:off x="497394" y="3367963"/>
          <a:ext cx="2457298" cy="982919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906812 ELECTROFORESIS DE PROTEÍNAS EN SANGRE </a:t>
          </a:r>
          <a:endParaRPr lang="es-CO" sz="1600" b="1" kern="1200" dirty="0"/>
        </a:p>
      </dsp:txBody>
      <dsp:txXfrm>
        <a:off x="988854" y="3367963"/>
        <a:ext cx="1474379" cy="982919"/>
      </dsp:txXfrm>
    </dsp:sp>
    <dsp:sp modelId="{1F80FEE7-BAE5-4064-A2FA-B2872852BDE5}">
      <dsp:nvSpPr>
        <dsp:cNvPr id="0" name=""/>
        <dsp:cNvSpPr/>
      </dsp:nvSpPr>
      <dsp:spPr>
        <a:xfrm>
          <a:off x="2635244" y="3451511"/>
          <a:ext cx="2039557" cy="815823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PROTEÍNAS TOTALES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sp:txBody>
      <dsp:txXfrm>
        <a:off x="3043156" y="3451511"/>
        <a:ext cx="1223734" cy="81582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E9A22-149C-4253-A7A8-4A9A5134443B}">
      <dsp:nvSpPr>
        <dsp:cNvPr id="0" name=""/>
        <dsp:cNvSpPr/>
      </dsp:nvSpPr>
      <dsp:spPr>
        <a:xfrm>
          <a:off x="577336" y="3931"/>
          <a:ext cx="2257795" cy="903118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90385801 OSMOLARIDAD CALCULADA EN ORINA</a:t>
          </a:r>
          <a:endParaRPr lang="es-CO" sz="1500" b="1" kern="1200" dirty="0"/>
        </a:p>
      </dsp:txBody>
      <dsp:txXfrm>
        <a:off x="1028895" y="3931"/>
        <a:ext cx="1354677" cy="903118"/>
      </dsp:txXfrm>
    </dsp:sp>
    <dsp:sp modelId="{05889462-E21B-4141-A6B9-25238B840916}">
      <dsp:nvSpPr>
        <dsp:cNvPr id="0" name=""/>
        <dsp:cNvSpPr/>
      </dsp:nvSpPr>
      <dsp:spPr>
        <a:xfrm>
          <a:off x="2541618" y="1209"/>
          <a:ext cx="1873970" cy="908560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SODIO EN ORINA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2995898" y="1209"/>
        <a:ext cx="965410" cy="908560"/>
      </dsp:txXfrm>
    </dsp:sp>
    <dsp:sp modelId="{2ADC53D0-1F0B-414A-81D1-8747F5DD2D79}">
      <dsp:nvSpPr>
        <dsp:cNvPr id="0" name=""/>
        <dsp:cNvSpPr/>
      </dsp:nvSpPr>
      <dsp:spPr>
        <a:xfrm>
          <a:off x="4153233" y="14762"/>
          <a:ext cx="1873970" cy="881455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POTASIO EN ORINA 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4593961" y="14762"/>
        <a:ext cx="992515" cy="881455"/>
      </dsp:txXfrm>
    </dsp:sp>
    <dsp:sp modelId="{D07635C9-BD96-46FE-8AE1-C79C624F539C}">
      <dsp:nvSpPr>
        <dsp:cNvPr id="0" name=""/>
        <dsp:cNvSpPr/>
      </dsp:nvSpPr>
      <dsp:spPr>
        <a:xfrm>
          <a:off x="577336" y="1036207"/>
          <a:ext cx="2257795" cy="903118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903858 OSMOLARIDAD CALCULADA EN SANGRE</a:t>
          </a:r>
        </a:p>
      </dsp:txBody>
      <dsp:txXfrm>
        <a:off x="1028895" y="1036207"/>
        <a:ext cx="1354677" cy="903118"/>
      </dsp:txXfrm>
    </dsp:sp>
    <dsp:sp modelId="{4F077616-8BDC-4A62-9A13-55B95DEC6FB6}">
      <dsp:nvSpPr>
        <dsp:cNvPr id="0" name=""/>
        <dsp:cNvSpPr/>
      </dsp:nvSpPr>
      <dsp:spPr>
        <a:xfrm>
          <a:off x="2541618" y="1112972"/>
          <a:ext cx="1873970" cy="749588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GLUCOSA EN SUERO 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2916412" y="1112972"/>
        <a:ext cx="1124382" cy="749588"/>
      </dsp:txXfrm>
    </dsp:sp>
    <dsp:sp modelId="{D700DD64-B755-4753-84CB-31F9AB23FFF2}">
      <dsp:nvSpPr>
        <dsp:cNvPr id="0" name=""/>
        <dsp:cNvSpPr/>
      </dsp:nvSpPr>
      <dsp:spPr>
        <a:xfrm>
          <a:off x="4153233" y="1112972"/>
          <a:ext cx="1873970" cy="749588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NITRÓGENO UREICO  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4528027" y="1112972"/>
        <a:ext cx="1124382" cy="749588"/>
      </dsp:txXfrm>
    </dsp:sp>
    <dsp:sp modelId="{B5BF3718-FC78-4EF9-8F25-5555A2E4B4A5}">
      <dsp:nvSpPr>
        <dsp:cNvPr id="0" name=""/>
        <dsp:cNvSpPr/>
      </dsp:nvSpPr>
      <dsp:spPr>
        <a:xfrm>
          <a:off x="5846165" y="55932"/>
          <a:ext cx="1873970" cy="888127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NITRÓGENO UREICO EN ORINA PARCIAL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6290229" y="55932"/>
        <a:ext cx="985843" cy="888127"/>
      </dsp:txXfrm>
    </dsp:sp>
    <dsp:sp modelId="{A1BCDD02-6393-432D-90A5-78E00779383E}">
      <dsp:nvSpPr>
        <dsp:cNvPr id="0" name=""/>
        <dsp:cNvSpPr/>
      </dsp:nvSpPr>
      <dsp:spPr>
        <a:xfrm>
          <a:off x="5831430" y="1151636"/>
          <a:ext cx="1873970" cy="749588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SODIO EN SUERO 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6206224" y="1151636"/>
        <a:ext cx="1124382" cy="749588"/>
      </dsp:txXfrm>
    </dsp:sp>
    <dsp:sp modelId="{4AFF304D-BFD7-41FF-B18C-24AD4EFA73A2}">
      <dsp:nvSpPr>
        <dsp:cNvPr id="0" name=""/>
        <dsp:cNvSpPr/>
      </dsp:nvSpPr>
      <dsp:spPr>
        <a:xfrm>
          <a:off x="577336" y="2065762"/>
          <a:ext cx="2257795" cy="903118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9525" rIns="0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500" b="1" kern="1200" dirty="0"/>
            <a:t>904806  CORTISOL DOS MUESTRAS AM - PM</a:t>
          </a:r>
          <a:endParaRPr lang="es-CO" sz="1500" b="1" kern="1200" dirty="0"/>
        </a:p>
      </dsp:txBody>
      <dsp:txXfrm>
        <a:off x="1028895" y="2065762"/>
        <a:ext cx="1354677" cy="903118"/>
      </dsp:txXfrm>
    </dsp:sp>
    <dsp:sp modelId="{EF271A90-362B-4D1A-B5B5-074264EC45AE}">
      <dsp:nvSpPr>
        <dsp:cNvPr id="0" name=""/>
        <dsp:cNvSpPr/>
      </dsp:nvSpPr>
      <dsp:spPr>
        <a:xfrm>
          <a:off x="2541618" y="2142527"/>
          <a:ext cx="1873970" cy="749588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CORTISOL AM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2916412" y="2142527"/>
        <a:ext cx="1124382" cy="749588"/>
      </dsp:txXfrm>
    </dsp:sp>
    <dsp:sp modelId="{EECB0790-577F-483D-B375-70C746C26C2C}">
      <dsp:nvSpPr>
        <dsp:cNvPr id="0" name=""/>
        <dsp:cNvSpPr/>
      </dsp:nvSpPr>
      <dsp:spPr>
        <a:xfrm>
          <a:off x="4153233" y="2142527"/>
          <a:ext cx="1873970" cy="749588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CORTISOL PM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4528027" y="2142527"/>
        <a:ext cx="1124382" cy="749588"/>
      </dsp:txXfrm>
    </dsp:sp>
    <dsp:sp modelId="{CF77FA1A-D0F9-4B3A-832C-C8FE54527808}">
      <dsp:nvSpPr>
        <dsp:cNvPr id="0" name=""/>
        <dsp:cNvSpPr/>
      </dsp:nvSpPr>
      <dsp:spPr>
        <a:xfrm>
          <a:off x="5819058" y="3172551"/>
          <a:ext cx="1873970" cy="749588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SM ANTICUERPOS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6193852" y="3172551"/>
        <a:ext cx="1124382" cy="749588"/>
      </dsp:txXfrm>
    </dsp:sp>
    <dsp:sp modelId="{6356A5FB-502C-4FC7-8EC9-74E670DAB07F}">
      <dsp:nvSpPr>
        <dsp:cNvPr id="0" name=""/>
        <dsp:cNvSpPr/>
      </dsp:nvSpPr>
      <dsp:spPr>
        <a:xfrm>
          <a:off x="577336" y="3095316"/>
          <a:ext cx="2257795" cy="903118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906406  ENAS</a:t>
          </a:r>
          <a:endParaRPr lang="es-CO" sz="1600" b="1" kern="1200" dirty="0"/>
        </a:p>
      </dsp:txBody>
      <dsp:txXfrm>
        <a:off x="1028895" y="3095316"/>
        <a:ext cx="1354677" cy="903118"/>
      </dsp:txXfrm>
    </dsp:sp>
    <dsp:sp modelId="{1F80FEE7-BAE5-4064-A2FA-B2872852BDE5}">
      <dsp:nvSpPr>
        <dsp:cNvPr id="0" name=""/>
        <dsp:cNvSpPr/>
      </dsp:nvSpPr>
      <dsp:spPr>
        <a:xfrm>
          <a:off x="2541618" y="3172082"/>
          <a:ext cx="1873970" cy="749588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solidFill>
                <a:schemeClr val="accent5"/>
              </a:solidFill>
            </a:rPr>
            <a:t> SSA RO ANTICUERPOS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sp:txBody>
      <dsp:txXfrm>
        <a:off x="2916412" y="3172082"/>
        <a:ext cx="1124382" cy="749588"/>
      </dsp:txXfrm>
    </dsp:sp>
    <dsp:sp modelId="{284906C5-CFD5-48F4-AA5A-A9BDCA6365FD}">
      <dsp:nvSpPr>
        <dsp:cNvPr id="0" name=""/>
        <dsp:cNvSpPr/>
      </dsp:nvSpPr>
      <dsp:spPr>
        <a:xfrm>
          <a:off x="4153233" y="3172082"/>
          <a:ext cx="1873970" cy="749588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SSB LA ANTICUERPOS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sp:txBody>
      <dsp:txXfrm>
        <a:off x="4528027" y="3172082"/>
        <a:ext cx="1124382" cy="749588"/>
      </dsp:txXfrm>
    </dsp:sp>
    <dsp:sp modelId="{E7493D57-362C-44EF-A724-F45E67061279}">
      <dsp:nvSpPr>
        <dsp:cNvPr id="0" name=""/>
        <dsp:cNvSpPr/>
      </dsp:nvSpPr>
      <dsp:spPr>
        <a:xfrm>
          <a:off x="7349617" y="3118951"/>
          <a:ext cx="2257795" cy="903118"/>
        </a:xfrm>
        <a:prstGeom prst="chevron">
          <a:avLst/>
        </a:prstGeom>
        <a:solidFill>
          <a:srgbClr val="0F9ED5">
            <a:tint val="40000"/>
            <a:alpha val="90000"/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0F9ED5">
              <a:tint val="40000"/>
              <a:alpha val="9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AC ANTI RNP</a:t>
          </a:r>
          <a:endParaRPr lang="es-CO" sz="1400" kern="1200" dirty="0">
            <a:solidFill>
              <a:srgbClr val="156082"/>
            </a:solidFill>
            <a:latin typeface="Aptos" panose="02110004020202020204"/>
            <a:ea typeface="+mn-ea"/>
            <a:cs typeface="+mn-cs"/>
          </a:endParaRPr>
        </a:p>
      </dsp:txBody>
      <dsp:txXfrm>
        <a:off x="7801176" y="3118951"/>
        <a:ext cx="1354677" cy="90311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8E9A22-149C-4253-A7A8-4A9A5134443B}">
      <dsp:nvSpPr>
        <dsp:cNvPr id="0" name=""/>
        <dsp:cNvSpPr/>
      </dsp:nvSpPr>
      <dsp:spPr>
        <a:xfrm>
          <a:off x="1071718" y="3731"/>
          <a:ext cx="2456942" cy="982777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906744 LINFOCITOS T  CUANTIFICACIÓN  CD3 CD4 CD8</a:t>
          </a:r>
          <a:endParaRPr lang="es-CO" sz="1400" b="1" kern="1200" dirty="0"/>
        </a:p>
      </dsp:txBody>
      <dsp:txXfrm>
        <a:off x="1563107" y="3731"/>
        <a:ext cx="1474165" cy="982777"/>
      </dsp:txXfrm>
    </dsp:sp>
    <dsp:sp modelId="{05889462-E21B-4141-A6B9-25238B840916}">
      <dsp:nvSpPr>
        <dsp:cNvPr id="0" name=""/>
        <dsp:cNvSpPr/>
      </dsp:nvSpPr>
      <dsp:spPr>
        <a:xfrm>
          <a:off x="3209258" y="770"/>
          <a:ext cx="2039262" cy="988699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LINFOCITOS T CD3 SEMIAUTOMATIZADO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3703608" y="770"/>
        <a:ext cx="1050563" cy="988699"/>
      </dsp:txXfrm>
    </dsp:sp>
    <dsp:sp modelId="{2ADC53D0-1F0B-414A-81D1-8747F5DD2D79}">
      <dsp:nvSpPr>
        <dsp:cNvPr id="0" name=""/>
        <dsp:cNvSpPr/>
      </dsp:nvSpPr>
      <dsp:spPr>
        <a:xfrm>
          <a:off x="4963023" y="15518"/>
          <a:ext cx="2039262" cy="959203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rgbClr val="196B24"/>
              </a:solidFill>
              <a:latin typeface="Aptos" panose="02110004020202020204"/>
              <a:ea typeface="+mn-ea"/>
              <a:cs typeface="+mn-cs"/>
            </a:rPr>
            <a:t>LINFOCITOS T CD4 SEMIAUTOMATIZADO</a:t>
          </a:r>
          <a:endParaRPr lang="es-CO" sz="1400" kern="1200" dirty="0">
            <a:solidFill>
              <a:srgbClr val="196B24"/>
            </a:solidFill>
            <a:latin typeface="Aptos" panose="02110004020202020204"/>
            <a:ea typeface="+mn-ea"/>
            <a:cs typeface="+mn-cs"/>
          </a:endParaRPr>
        </a:p>
      </dsp:txBody>
      <dsp:txXfrm>
        <a:off x="5442625" y="15518"/>
        <a:ext cx="1080059" cy="959203"/>
      </dsp:txXfrm>
    </dsp:sp>
    <dsp:sp modelId="{D07635C9-BD96-46FE-8AE1-C79C624F539C}">
      <dsp:nvSpPr>
        <dsp:cNvPr id="0" name=""/>
        <dsp:cNvSpPr/>
      </dsp:nvSpPr>
      <dsp:spPr>
        <a:xfrm>
          <a:off x="1071718" y="1127058"/>
          <a:ext cx="2456942" cy="982777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90382301 DEPURACIÓN DE CREATININA 44 HORAS</a:t>
          </a:r>
          <a:endParaRPr lang="es-CO" sz="1400" b="1" kern="1200" dirty="0"/>
        </a:p>
      </dsp:txBody>
      <dsp:txXfrm>
        <a:off x="1563107" y="1127058"/>
        <a:ext cx="1474165" cy="982777"/>
      </dsp:txXfrm>
    </dsp:sp>
    <dsp:sp modelId="{4F077616-8BDC-4A62-9A13-55B95DEC6FB6}">
      <dsp:nvSpPr>
        <dsp:cNvPr id="0" name=""/>
        <dsp:cNvSpPr/>
      </dsp:nvSpPr>
      <dsp:spPr>
        <a:xfrm>
          <a:off x="3209258" y="1210594"/>
          <a:ext cx="2039262" cy="815704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CREATININA EN SUERO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3617110" y="1210594"/>
        <a:ext cx="1223558" cy="815704"/>
      </dsp:txXfrm>
    </dsp:sp>
    <dsp:sp modelId="{D700DD64-B755-4753-84CB-31F9AB23FFF2}">
      <dsp:nvSpPr>
        <dsp:cNvPr id="0" name=""/>
        <dsp:cNvSpPr/>
      </dsp:nvSpPr>
      <dsp:spPr>
        <a:xfrm>
          <a:off x="4963023" y="1210594"/>
          <a:ext cx="2039262" cy="815704"/>
        </a:xfrm>
        <a:prstGeom prst="chevron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CREATININA EN ORINA 44 HORAS 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5370875" y="1210594"/>
        <a:ext cx="1223558" cy="815704"/>
      </dsp:txXfrm>
    </dsp:sp>
    <dsp:sp modelId="{B5BF3718-FC78-4EF9-8F25-5555A2E4B4A5}">
      <dsp:nvSpPr>
        <dsp:cNvPr id="0" name=""/>
        <dsp:cNvSpPr/>
      </dsp:nvSpPr>
      <dsp:spPr>
        <a:xfrm>
          <a:off x="6805279" y="60320"/>
          <a:ext cx="2039262" cy="966463"/>
        </a:xfrm>
        <a:prstGeom prst="chevron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3"/>
              </a:solidFill>
            </a:rPr>
            <a:t>LINFOCITOS T CD8 SEMIAUTOMATIZADO</a:t>
          </a:r>
          <a:endParaRPr lang="es-CO" sz="1400" kern="1200" dirty="0">
            <a:solidFill>
              <a:schemeClr val="accent3"/>
            </a:solidFill>
          </a:endParaRPr>
        </a:p>
      </dsp:txBody>
      <dsp:txXfrm>
        <a:off x="7288511" y="60320"/>
        <a:ext cx="1072799" cy="966463"/>
      </dsp:txXfrm>
    </dsp:sp>
    <dsp:sp modelId="{4AFF304D-BFD7-41FF-B18C-24AD4EFA73A2}">
      <dsp:nvSpPr>
        <dsp:cNvPr id="0" name=""/>
        <dsp:cNvSpPr/>
      </dsp:nvSpPr>
      <dsp:spPr>
        <a:xfrm>
          <a:off x="1071718" y="2247424"/>
          <a:ext cx="2456942" cy="982777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b="1" kern="1200" dirty="0"/>
            <a:t>90661001</a:t>
          </a:r>
          <a:r>
            <a:rPr lang="es-MX" sz="1400" b="1" kern="1200" baseline="0" dirty="0"/>
            <a:t> TAMIZAJE CÁNCER DE PRÓSTATA</a:t>
          </a:r>
          <a:endParaRPr lang="es-CO" sz="1400" b="1" kern="1200" dirty="0"/>
        </a:p>
      </dsp:txBody>
      <dsp:txXfrm>
        <a:off x="1563107" y="2247424"/>
        <a:ext cx="1474165" cy="982777"/>
      </dsp:txXfrm>
    </dsp:sp>
    <dsp:sp modelId="{EF271A90-362B-4D1A-B5B5-074264EC45AE}">
      <dsp:nvSpPr>
        <dsp:cNvPr id="0" name=""/>
        <dsp:cNvSpPr/>
      </dsp:nvSpPr>
      <dsp:spPr>
        <a:xfrm>
          <a:off x="3209258" y="2330960"/>
          <a:ext cx="2039262" cy="815704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400" kern="1200" dirty="0">
              <a:solidFill>
                <a:schemeClr val="accent1"/>
              </a:solidFill>
            </a:rPr>
            <a:t>ANTÍGENO ESPECIFICO DE PRÓSTATA </a:t>
          </a:r>
          <a:endParaRPr lang="es-CO" sz="1400" kern="1200" dirty="0">
            <a:solidFill>
              <a:schemeClr val="accent1"/>
            </a:solidFill>
          </a:endParaRPr>
        </a:p>
      </dsp:txBody>
      <dsp:txXfrm>
        <a:off x="3617110" y="2330960"/>
        <a:ext cx="1223558" cy="815704"/>
      </dsp:txXfrm>
    </dsp:sp>
    <dsp:sp modelId="{6356A5FB-502C-4FC7-8EC9-74E670DAB07F}">
      <dsp:nvSpPr>
        <dsp:cNvPr id="0" name=""/>
        <dsp:cNvSpPr/>
      </dsp:nvSpPr>
      <dsp:spPr>
        <a:xfrm>
          <a:off x="1071718" y="3367790"/>
          <a:ext cx="2456942" cy="982777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10160" rIns="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600" b="1" kern="1200" dirty="0"/>
            <a:t>90700804 TAMIZAJE CÁNCER DE COLON</a:t>
          </a:r>
          <a:endParaRPr lang="es-CO" sz="1600" b="1" kern="1200" dirty="0"/>
        </a:p>
      </dsp:txBody>
      <dsp:txXfrm>
        <a:off x="1563107" y="3367790"/>
        <a:ext cx="1474165" cy="982777"/>
      </dsp:txXfrm>
    </dsp:sp>
    <dsp:sp modelId="{1F80FEE7-BAE5-4064-A2FA-B2872852BDE5}">
      <dsp:nvSpPr>
        <dsp:cNvPr id="0" name=""/>
        <dsp:cNvSpPr/>
      </dsp:nvSpPr>
      <dsp:spPr>
        <a:xfrm>
          <a:off x="3209258" y="3451326"/>
          <a:ext cx="2039262" cy="815704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" tIns="7620" rIns="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solidFill>
                <a:schemeClr val="accent5"/>
              </a:solidFill>
            </a:rPr>
            <a:t> </a:t>
          </a:r>
          <a:r>
            <a:rPr lang="es-CO" sz="1400" kern="1200" dirty="0">
              <a:solidFill>
                <a:srgbClr val="156082"/>
              </a:solidFill>
              <a:latin typeface="Aptos" panose="02110004020202020204"/>
              <a:ea typeface="+mn-ea"/>
              <a:cs typeface="+mn-cs"/>
            </a:rPr>
            <a:t>SANGRE OCULTA </a:t>
          </a:r>
        </a:p>
      </dsp:txBody>
      <dsp:txXfrm>
        <a:off x="3617110" y="3451326"/>
        <a:ext cx="1223558" cy="815704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D8EFC-5A15-4E88-A327-6162D55CCA3D}">
      <dsp:nvSpPr>
        <dsp:cNvPr id="0" name=""/>
        <dsp:cNvSpPr/>
      </dsp:nvSpPr>
      <dsp:spPr>
        <a:xfrm>
          <a:off x="2363078" y="1350856"/>
          <a:ext cx="434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34486" y="45720"/>
              </a:lnTo>
              <a:lnTo>
                <a:pt x="234486" y="76439"/>
              </a:lnTo>
              <a:lnTo>
                <a:pt x="434772" y="7643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2568804" y="1393862"/>
        <a:ext cx="23319" cy="5427"/>
      </dsp:txXfrm>
    </dsp:sp>
    <dsp:sp modelId="{8E20FC16-4360-4541-84BD-6FAC755CE79A}">
      <dsp:nvSpPr>
        <dsp:cNvPr id="0" name=""/>
        <dsp:cNvSpPr/>
      </dsp:nvSpPr>
      <dsp:spPr>
        <a:xfrm>
          <a:off x="7606" y="689394"/>
          <a:ext cx="2357271" cy="14143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Ordenes Manuales o Externas tener en cuenta la letra </a:t>
          </a:r>
          <a:r>
            <a:rPr lang="es-ES" sz="1400" b="1" kern="1200" dirty="0"/>
            <a:t>NO</a:t>
          </a:r>
          <a:r>
            <a:rPr lang="es-ES" sz="1400" kern="1200" dirty="0"/>
            <a:t> los Cups  </a:t>
          </a:r>
          <a:endParaRPr lang="es-CO" sz="1400" kern="1200" dirty="0"/>
        </a:p>
      </dsp:txBody>
      <dsp:txXfrm>
        <a:off x="7606" y="689394"/>
        <a:ext cx="2357271" cy="1414363"/>
      </dsp:txXfrm>
    </dsp:sp>
    <dsp:sp modelId="{77C8CBA1-D364-404E-9098-3D29D33B4FD2}">
      <dsp:nvSpPr>
        <dsp:cNvPr id="0" name=""/>
        <dsp:cNvSpPr/>
      </dsp:nvSpPr>
      <dsp:spPr>
        <a:xfrm>
          <a:off x="5185722" y="1350856"/>
          <a:ext cx="5883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76439"/>
              </a:moveTo>
              <a:lnTo>
                <a:pt x="311286" y="76439"/>
              </a:lnTo>
              <a:lnTo>
                <a:pt x="311286" y="45720"/>
              </a:lnTo>
              <a:lnTo>
                <a:pt x="588372" y="45720"/>
              </a:lnTo>
            </a:path>
          </a:pathLst>
        </a:custGeom>
        <a:noFill/>
        <a:ln w="12700" cap="flat" cmpd="sng" algn="ctr">
          <a:solidFill>
            <a:schemeClr val="accent2">
              <a:hueOff val="1073936"/>
              <a:satOff val="-3082"/>
              <a:lumOff val="-493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5464415" y="1393862"/>
        <a:ext cx="30986" cy="5427"/>
      </dsp:txXfrm>
    </dsp:sp>
    <dsp:sp modelId="{77CF7CA0-F093-46CB-BAC7-515C0E08575E}">
      <dsp:nvSpPr>
        <dsp:cNvPr id="0" name=""/>
        <dsp:cNvSpPr/>
      </dsp:nvSpPr>
      <dsp:spPr>
        <a:xfrm>
          <a:off x="2830250" y="720114"/>
          <a:ext cx="2357271" cy="1414363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Cultivos de maternas se completan a partir de las 35 semanas.</a:t>
          </a:r>
          <a:endParaRPr lang="es-CO" sz="1400" kern="1200" dirty="0"/>
        </a:p>
      </dsp:txBody>
      <dsp:txXfrm>
        <a:off x="2830250" y="720114"/>
        <a:ext cx="2357271" cy="1414363"/>
      </dsp:txXfrm>
    </dsp:sp>
    <dsp:sp modelId="{F3711B11-84A7-4F5E-9FEC-D780B484D942}">
      <dsp:nvSpPr>
        <dsp:cNvPr id="0" name=""/>
        <dsp:cNvSpPr/>
      </dsp:nvSpPr>
      <dsp:spPr>
        <a:xfrm>
          <a:off x="8161967" y="1350856"/>
          <a:ext cx="5115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1572" y="45720"/>
              </a:lnTo>
            </a:path>
          </a:pathLst>
        </a:custGeom>
        <a:noFill/>
        <a:ln w="1270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8404199" y="1393862"/>
        <a:ext cx="27108" cy="5427"/>
      </dsp:txXfrm>
    </dsp:sp>
    <dsp:sp modelId="{97631E70-A388-4F59-98F3-E75D83ECE8C8}">
      <dsp:nvSpPr>
        <dsp:cNvPr id="0" name=""/>
        <dsp:cNvSpPr/>
      </dsp:nvSpPr>
      <dsp:spPr>
        <a:xfrm>
          <a:off x="5806495" y="689394"/>
          <a:ext cx="2357271" cy="1414363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En todas las solicitudes de Cultivo rectal para biopsia se ingresa </a:t>
          </a:r>
          <a:r>
            <a:rPr lang="es-ES" sz="1400" kern="1200" dirty="0">
              <a:latin typeface="Aptos Display" panose="02110004020202020204"/>
            </a:rPr>
            <a:t>según ordenamiento medico. </a:t>
          </a:r>
          <a:endParaRPr lang="es-CO" sz="1400" kern="1200" dirty="0">
            <a:latin typeface="Aptos Display" panose="02110004020202020204"/>
          </a:endParaRPr>
        </a:p>
      </dsp:txBody>
      <dsp:txXfrm>
        <a:off x="5806495" y="689394"/>
        <a:ext cx="2357271" cy="1414363"/>
      </dsp:txXfrm>
    </dsp:sp>
    <dsp:sp modelId="{DCC03879-FC92-41FB-9E53-B6E299E65906}">
      <dsp:nvSpPr>
        <dsp:cNvPr id="0" name=""/>
        <dsp:cNvSpPr/>
      </dsp:nvSpPr>
      <dsp:spPr>
        <a:xfrm>
          <a:off x="1186242" y="2101957"/>
          <a:ext cx="8698333" cy="511572"/>
        </a:xfrm>
        <a:custGeom>
          <a:avLst/>
          <a:gdLst/>
          <a:ahLst/>
          <a:cxnLst/>
          <a:rect l="0" t="0" r="0" b="0"/>
          <a:pathLst>
            <a:path>
              <a:moveTo>
                <a:pt x="8698333" y="0"/>
              </a:moveTo>
              <a:lnTo>
                <a:pt x="8698333" y="272886"/>
              </a:lnTo>
              <a:lnTo>
                <a:pt x="0" y="272886"/>
              </a:lnTo>
              <a:lnTo>
                <a:pt x="0" y="511572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7528" y="2355030"/>
        <a:ext cx="435760" cy="5427"/>
      </dsp:txXfrm>
    </dsp:sp>
    <dsp:sp modelId="{3C388136-E862-44A8-AD36-216E6EAE6AF5}">
      <dsp:nvSpPr>
        <dsp:cNvPr id="0" name=""/>
        <dsp:cNvSpPr/>
      </dsp:nvSpPr>
      <dsp:spPr>
        <a:xfrm>
          <a:off x="8705939" y="689394"/>
          <a:ext cx="2357271" cy="1414363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200" kern="1200" dirty="0">
              <a:latin typeface="Aptos Display" panose="02110004020202020204"/>
            </a:rPr>
            <a:t>Si es paciente es de  biopsia rectal y solicitan envío de cultivo, antibiograma total y quinolonas se debe enviar las tres prestaciones </a:t>
          </a:r>
          <a:endParaRPr lang="es-ES" sz="1200" kern="1200" dirty="0">
            <a:latin typeface="Aptos Display" panose="02110004020202020204"/>
          </a:endParaRPr>
        </a:p>
      </dsp:txBody>
      <dsp:txXfrm>
        <a:off x="8705939" y="689394"/>
        <a:ext cx="2357271" cy="1414363"/>
      </dsp:txXfrm>
    </dsp:sp>
    <dsp:sp modelId="{750FFFD1-2515-4215-A775-9567E357DBBB}">
      <dsp:nvSpPr>
        <dsp:cNvPr id="0" name=""/>
        <dsp:cNvSpPr/>
      </dsp:nvSpPr>
      <dsp:spPr>
        <a:xfrm>
          <a:off x="2363078" y="3307391"/>
          <a:ext cx="5115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1572" y="45720"/>
              </a:lnTo>
            </a:path>
          </a:pathLst>
        </a:custGeom>
        <a:noFill/>
        <a:ln w="1270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05310" y="3350398"/>
        <a:ext cx="27108" cy="5427"/>
      </dsp:txXfrm>
    </dsp:sp>
    <dsp:sp modelId="{CE59D03C-467F-42A5-8B06-4115B562B1BE}">
      <dsp:nvSpPr>
        <dsp:cNvPr id="0" name=""/>
        <dsp:cNvSpPr/>
      </dsp:nvSpPr>
      <dsp:spPr>
        <a:xfrm>
          <a:off x="7606" y="2645930"/>
          <a:ext cx="2357271" cy="1414363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>
              <a:latin typeface="Aptos Display" panose="02110004020202020204"/>
            </a:rPr>
            <a:t>Todos</a:t>
          </a:r>
          <a:r>
            <a:rPr lang="es-ES" sz="1200" kern="1200" dirty="0"/>
            <a:t> los antibiogramas se dejan en la malla SAP para NC</a:t>
          </a:r>
          <a:r>
            <a:rPr lang="es-ES" sz="1200" kern="1200" dirty="0">
              <a:latin typeface="Aptos Display" panose="02110004020202020204"/>
            </a:rPr>
            <a:t>. </a:t>
          </a:r>
          <a:r>
            <a:rPr lang="es-ES" sz="1200" b="0" kern="1200" dirty="0">
              <a:latin typeface="Aptos Display" panose="02110004020202020204"/>
            </a:rPr>
            <a:t>          </a:t>
          </a:r>
          <a:r>
            <a:rPr lang="es-ES" sz="1200" b="1" kern="1200" dirty="0">
              <a:solidFill>
                <a:srgbClr val="FF0000"/>
              </a:solidFill>
              <a:latin typeface="Aptos Display" panose="02110004020202020204"/>
            </a:rPr>
            <a:t>Excepto</a:t>
          </a:r>
          <a:r>
            <a:rPr lang="es-ES" sz="1200" kern="1200" dirty="0">
              <a:latin typeface="Aptos Display" panose="02110004020202020204"/>
            </a:rPr>
            <a:t> las solicitudes para pacientes de biopsia rectal </a:t>
          </a:r>
          <a:endParaRPr lang="en-US" sz="1200" kern="1200" dirty="0">
            <a:latin typeface="Aptos Display" panose="02110004020202020204"/>
          </a:endParaRPr>
        </a:p>
      </dsp:txBody>
      <dsp:txXfrm>
        <a:off x="7606" y="2645930"/>
        <a:ext cx="2357271" cy="1414363"/>
      </dsp:txXfrm>
    </dsp:sp>
    <dsp:sp modelId="{5B675865-4B4A-42E6-A52E-AB2B6EF1C70F}">
      <dsp:nvSpPr>
        <dsp:cNvPr id="0" name=""/>
        <dsp:cNvSpPr/>
      </dsp:nvSpPr>
      <dsp:spPr>
        <a:xfrm>
          <a:off x="5262522" y="3307391"/>
          <a:ext cx="5115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1572" y="45720"/>
              </a:lnTo>
            </a:path>
          </a:pathLst>
        </a:custGeom>
        <a:noFill/>
        <a:ln w="12700" cap="flat" cmpd="sng" algn="ctr">
          <a:solidFill>
            <a:schemeClr val="accent2">
              <a:hueOff val="5369678"/>
              <a:satOff val="-15411"/>
              <a:lumOff val="-2467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04754" y="3350398"/>
        <a:ext cx="27108" cy="5427"/>
      </dsp:txXfrm>
    </dsp:sp>
    <dsp:sp modelId="{BA884AAE-9633-4A57-94B2-15E73EF92698}">
      <dsp:nvSpPr>
        <dsp:cNvPr id="0" name=""/>
        <dsp:cNvSpPr/>
      </dsp:nvSpPr>
      <dsp:spPr>
        <a:xfrm>
          <a:off x="2907050" y="2645930"/>
          <a:ext cx="2357271" cy="1414363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200" kern="1200" dirty="0"/>
        </a:p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200" kern="1200" dirty="0">
            <a:latin typeface="Aptos Display" panose="02110004020202020204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dirty="0"/>
            <a:t>Ordenes SAP que tengan observaciones escritas a mano o a computador se deben escalar con coordinador medico.		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 dirty="0"/>
        </a:p>
      </dsp:txBody>
      <dsp:txXfrm>
        <a:off x="2907050" y="2645930"/>
        <a:ext cx="2357271" cy="1414363"/>
      </dsp:txXfrm>
    </dsp:sp>
    <dsp:sp modelId="{008A1405-14E2-49E2-8633-C8779834DC5A}">
      <dsp:nvSpPr>
        <dsp:cNvPr id="0" name=""/>
        <dsp:cNvSpPr/>
      </dsp:nvSpPr>
      <dsp:spPr>
        <a:xfrm>
          <a:off x="8161967" y="3307391"/>
          <a:ext cx="5115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1572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8404199" y="3350398"/>
        <a:ext cx="27108" cy="5427"/>
      </dsp:txXfrm>
    </dsp:sp>
    <dsp:sp modelId="{63094931-D3BB-461B-A12E-DA754B697BDF}">
      <dsp:nvSpPr>
        <dsp:cNvPr id="0" name=""/>
        <dsp:cNvSpPr/>
      </dsp:nvSpPr>
      <dsp:spPr>
        <a:xfrm>
          <a:off x="5806495" y="2645930"/>
          <a:ext cx="2357271" cy="1414363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las solicitudes incompletas  de Baciloscopias se ajustan  según corresponda.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/>
        </a:p>
      </dsp:txBody>
      <dsp:txXfrm>
        <a:off x="5806495" y="2645930"/>
        <a:ext cx="2357271" cy="1414363"/>
      </dsp:txXfrm>
    </dsp:sp>
    <dsp:sp modelId="{3E227F7F-966F-4A5F-94E2-0B6C83A5CA4E}">
      <dsp:nvSpPr>
        <dsp:cNvPr id="0" name=""/>
        <dsp:cNvSpPr/>
      </dsp:nvSpPr>
      <dsp:spPr>
        <a:xfrm>
          <a:off x="8705939" y="2645930"/>
          <a:ext cx="2357271" cy="1414363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508" tIns="121246" rIns="115508" bIns="12124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las solicitudes de control para  BK se ingresan BK1 y mycobacterium Cultivo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1400" kern="1200" dirty="0"/>
        </a:p>
      </dsp:txBody>
      <dsp:txXfrm>
        <a:off x="8705939" y="2645930"/>
        <a:ext cx="2357271" cy="1414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57286-B0CE-A340-B63A-3173B5DE8269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16B78-495E-E444-B832-9A92C5E6AE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34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E9A9F-AEA6-3A68-436F-0B6922DB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6EBAF87-A5FE-B84D-E126-63A4475FD3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2BB813-D5E6-EFEC-42E3-27101636D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AC0543-F366-D453-6651-4E707B76AA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16B78-495E-E444-B832-9A92C5E6AE27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8798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816B78-495E-E444-B832-9A92C5E6AE27}" type="slidenum">
              <a:rPr lang="es-CO" smtClean="0"/>
              <a:t>23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42103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054AF-48AD-4688-596E-B50D6D6E8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C88FEE-DFD6-FB77-FDE3-6D1C2B10B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3A17F7-052C-2592-0517-AB933AA9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9458AB-1D27-AF22-5ED1-E2969BB7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809C15-165F-03E2-5844-835E7FC0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564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EA5E6-B9E7-7897-2FED-838E075B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63679E-D9F8-CBEE-AAA0-9E38ADE75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778871-6949-65A3-48C5-B2B8461EE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30D445-0AA6-D2A4-E261-DCD468389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9A26FF-8739-867E-8722-57C8A8E67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3017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4E64D-428A-6A22-934D-2C8AED082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40C2E5-D450-1CE0-6A9B-1C936EAFE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1E92B5-624A-AA5F-AD13-EBD6243CB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E5B38A-7B9A-7800-D428-127923AC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98F131-C6B5-D44E-F369-ECFEA88C2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4878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87D6E-7297-C3CE-C6C9-F370B7DBC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19DD84-24DB-FE6B-2349-1BE7E4653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5560D0-9BB3-DB24-1F25-7854D499B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24620B-7CB5-025F-BD40-02A7D1D2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6B00E3-81BD-9A8E-DBD1-5DCAF8BF0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69B4CE-6DC5-3A5F-35FB-58A81945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234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9A0ADA-DD59-04AC-BF0B-D60CA1FE8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1FD130-CA5A-A15E-2270-F9A3F539D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2488B6-EF73-6780-FA6A-9431D8354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B9557F-AF02-474F-B267-70E296509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0DAF4A-3AE4-1925-73B4-F9E2BD557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295366-C3E8-9770-7A58-9A5E0FF53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BEFB56-9F36-1B10-FBD9-91214495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296D4F-384F-CC48-E532-EFCB8489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317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B3FAE-43D9-2755-F933-9DD9CAC6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03E948-5069-4D6E-FEFA-E3EEDEE80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1420C40-FD1E-4B9A-F2EF-200023A8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F0509A7-B3A0-025E-C64B-279178B7D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5163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40F77BF-DD95-F287-40CE-8C1334E3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71578A9-638F-8A76-4D78-82CEF1A30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A94562-934B-4462-223B-5D3A4ECA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8876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CFB67-1426-7C68-A9C7-36A946B2B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F6788C-D7D8-CA36-E819-C5DD26DBB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E9142B-856A-CB6F-27D4-D1868CE51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6B9C2D-8E99-5D6C-5A5E-2F00A65A0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9E2AFD-A12D-A86C-D7A6-BFC57B10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9D852C-2201-6230-A1D0-C137E749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81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061BB-932D-4526-A4B5-2ED294032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3B5F430-941A-EA2E-A7EE-E0053B27A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EAB643C-C008-DDF6-6798-D39E9EF67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637A3B-61DB-83A7-9E53-2A592EE7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B52D00-C688-F04C-B1C0-3ADAAA87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A93EB4-0961-6EC4-CB2C-BE1F8EEB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831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6A18E-7EA6-927D-8763-C1B82ABA3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C68A78-A713-695F-16EE-6E9959033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BC5A45-5035-1300-E701-0BB240C7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C665AB-97AD-444D-2565-D9AC6A53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A41C6B-A188-0164-0416-2936B512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819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BA3B08-F66A-FD60-0632-DCE36D295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FC8616-EEB2-6F9E-FA69-1E6C6A0A18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EDEC8E-EF89-19AE-FB40-F474B3D6D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6CD478-BDAC-8E26-D6B5-5C5A46EF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DBF0F8-E7B6-9E86-D6BA-AE5194653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262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AF6061-A5FA-E17E-5658-C254226BF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9FF0F0-2ECD-8C82-E2F7-2CD3A8273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C8BFB8-1BC8-CD8F-1D8D-69F95E6509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05AEE-1F2D-6644-9475-44102B3849D4}" type="datetimeFigureOut">
              <a:rPr lang="es-CO" smtClean="0"/>
              <a:t>14/05/2026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E8886A-D9DF-3153-04C0-5E4490828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450056-6CAC-0DE4-FFF9-FF155D9CF8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FC60D6-C98F-9A42-B650-A5A110E1C74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05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5.xml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12" Type="http://schemas.microsoft.com/office/2007/relationships/diagramDrawing" Target="../diagrams/drawing1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11" Type="http://schemas.openxmlformats.org/officeDocument/2006/relationships/diagramColors" Target="../diagrams/colors15.xml"/><Relationship Id="rId5" Type="http://schemas.openxmlformats.org/officeDocument/2006/relationships/diagramQuickStyle" Target="../diagrams/quickStyle14.xml"/><Relationship Id="rId10" Type="http://schemas.openxmlformats.org/officeDocument/2006/relationships/diagramQuickStyle" Target="../diagrams/quickStyle15.xml"/><Relationship Id="rId4" Type="http://schemas.openxmlformats.org/officeDocument/2006/relationships/diagramLayout" Target="../diagrams/layout14.xml"/><Relationship Id="rId9" Type="http://schemas.openxmlformats.org/officeDocument/2006/relationships/diagramLayout" Target="../diagrams/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Imagen 2" descr="Forma&#10;&#10;Descripción generada automáticamente">
            <a:extLst>
              <a:ext uri="{FF2B5EF4-FFF2-40B4-BE49-F238E27FC236}">
                <a16:creationId xmlns:a16="http://schemas.microsoft.com/office/drawing/2014/main" id="{1403A0A7-D5A3-6083-DABD-0D4355E68B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3039AA6-32A7-D26E-34D3-26A801F57C57}"/>
              </a:ext>
            </a:extLst>
          </p:cNvPr>
          <p:cNvSpPr txBox="1"/>
          <p:nvPr/>
        </p:nvSpPr>
        <p:spPr>
          <a:xfrm>
            <a:off x="6257986" y="2459196"/>
            <a:ext cx="4842346" cy="2750359"/>
          </a:xfrm>
          <a:prstGeom prst="rect">
            <a:avLst/>
          </a:prstGeom>
          <a:noFill/>
        </p:spPr>
        <p:txBody>
          <a:bodyPr wrap="square" tIns="0" bIns="72000" rtlCol="0">
            <a:spAutoFit/>
          </a:bodyPr>
          <a:lstStyle/>
          <a:p>
            <a:pPr algn="ctr"/>
            <a:r>
              <a:rPr lang="es-CO" sz="6600" dirty="0">
                <a:solidFill>
                  <a:srgbClr val="8367CF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Actualización </a:t>
            </a:r>
          </a:p>
          <a:p>
            <a:pPr algn="ctr"/>
            <a:r>
              <a:rPr lang="es-CO" sz="5400" b="1" dirty="0">
                <a:solidFill>
                  <a:srgbClr val="FF66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Ingresos en SAP </a:t>
            </a:r>
          </a:p>
          <a:p>
            <a:pPr algn="ctr"/>
            <a:r>
              <a:rPr lang="es-CO" sz="5400" b="1" dirty="0">
                <a:solidFill>
                  <a:srgbClr val="FF66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Equipo SAP 2025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5A8279F-9910-FF1A-BCDE-8A42621FF156}"/>
              </a:ext>
            </a:extLst>
          </p:cNvPr>
          <p:cNvCxnSpPr/>
          <p:nvPr/>
        </p:nvCxnSpPr>
        <p:spPr>
          <a:xfrm>
            <a:off x="6371200" y="4379810"/>
            <a:ext cx="4500438" cy="0"/>
          </a:xfrm>
          <a:prstGeom prst="line">
            <a:avLst/>
          </a:prstGeom>
          <a:ln>
            <a:solidFill>
              <a:srgbClr val="836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n 10" descr="Grupo de personas sentadas en el pasto&#10;&#10;Descripción generada automáticamente">
            <a:extLst>
              <a:ext uri="{FF2B5EF4-FFF2-40B4-BE49-F238E27FC236}">
                <a16:creationId xmlns:a16="http://schemas.microsoft.com/office/drawing/2014/main" id="{6056F240-82F7-650E-8FBF-A18EDCF0B4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81" t="28783" r="6059" b="13478"/>
          <a:stretch>
            <a:fillRect/>
          </a:stretch>
        </p:blipFill>
        <p:spPr>
          <a:xfrm>
            <a:off x="930303" y="1248354"/>
            <a:ext cx="3959750" cy="3959750"/>
          </a:xfrm>
          <a:custGeom>
            <a:avLst/>
            <a:gdLst>
              <a:gd name="connsiteX0" fmla="*/ 1979875 w 3959750"/>
              <a:gd name="connsiteY0" fmla="*/ 0 h 3959750"/>
              <a:gd name="connsiteX1" fmla="*/ 3959750 w 3959750"/>
              <a:gd name="connsiteY1" fmla="*/ 1979875 h 3959750"/>
              <a:gd name="connsiteX2" fmla="*/ 1979875 w 3959750"/>
              <a:gd name="connsiteY2" fmla="*/ 3959750 h 3959750"/>
              <a:gd name="connsiteX3" fmla="*/ 0 w 3959750"/>
              <a:gd name="connsiteY3" fmla="*/ 1979875 h 3959750"/>
              <a:gd name="connsiteX4" fmla="*/ 1979875 w 3959750"/>
              <a:gd name="connsiteY4" fmla="*/ 0 h 395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59750" h="3959750">
                <a:moveTo>
                  <a:pt x="1979875" y="0"/>
                </a:moveTo>
                <a:cubicBezTo>
                  <a:pt x="3073330" y="0"/>
                  <a:pt x="3959750" y="886420"/>
                  <a:pt x="3959750" y="1979875"/>
                </a:cubicBezTo>
                <a:cubicBezTo>
                  <a:pt x="3959750" y="3073330"/>
                  <a:pt x="3073330" y="3959750"/>
                  <a:pt x="1979875" y="3959750"/>
                </a:cubicBezTo>
                <a:cubicBezTo>
                  <a:pt x="886420" y="3959750"/>
                  <a:pt x="0" y="3073330"/>
                  <a:pt x="0" y="1979875"/>
                </a:cubicBezTo>
                <a:cubicBezTo>
                  <a:pt x="0" y="886420"/>
                  <a:pt x="886420" y="0"/>
                  <a:pt x="197987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8335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2E092029-3A12-C63E-6213-9F9E030A5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426716"/>
              </p:ext>
            </p:extLst>
          </p:nvPr>
        </p:nvGraphicFramePr>
        <p:xfrm>
          <a:off x="1519084" y="1076632"/>
          <a:ext cx="8999504" cy="53396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693D6D09-C84C-962B-B0E5-DA5F4AD66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94" y="8965"/>
            <a:ext cx="8125012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8367CF"/>
                </a:solidFill>
              </a:rPr>
              <a:t>Ordenes Manuales/Externas con solicitudes: </a:t>
            </a:r>
            <a:endParaRPr lang="es-CO" sz="3200" dirty="0">
              <a:solidFill>
                <a:srgbClr val="8367C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4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61FCB-2B95-98F0-5157-A873C0CD6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8568E-3DAC-6EA1-0F10-364F4683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113" y="396723"/>
            <a:ext cx="7960370" cy="661885"/>
          </a:xfrm>
        </p:spPr>
        <p:txBody>
          <a:bodyPr>
            <a:normAutofit/>
          </a:bodyPr>
          <a:lstStyle/>
          <a:p>
            <a:r>
              <a:rPr lang="es-CO" sz="3600" dirty="0"/>
              <a:t>Solicitud Chagas y </a:t>
            </a:r>
            <a:r>
              <a:rPr lang="es-CO" sz="3600" dirty="0" err="1"/>
              <a:t>Mycobacterium</a:t>
            </a:r>
            <a:r>
              <a:rPr lang="es-CO" sz="3600" dirty="0"/>
              <a:t>:</a:t>
            </a:r>
            <a:endParaRPr lang="es-CO" sz="3600" dirty="0">
              <a:solidFill>
                <a:srgbClr val="0CA84C"/>
              </a:solidFill>
            </a:endParaRPr>
          </a:p>
        </p:txBody>
      </p:sp>
      <p:graphicFrame>
        <p:nvGraphicFramePr>
          <p:cNvPr id="4" name="Marcador de contenido 5">
            <a:extLst>
              <a:ext uri="{FF2B5EF4-FFF2-40B4-BE49-F238E27FC236}">
                <a16:creationId xmlns:a16="http://schemas.microsoft.com/office/drawing/2014/main" id="{6E8376D3-9802-BF75-DC56-EC211A557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4080727"/>
              </p:ext>
            </p:extLst>
          </p:nvPr>
        </p:nvGraphicFramePr>
        <p:xfrm>
          <a:off x="549450" y="1191950"/>
          <a:ext cx="7610168" cy="3881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C978D07-FB6B-49E0-63A3-81D14FA254CB}"/>
              </a:ext>
            </a:extLst>
          </p:cNvPr>
          <p:cNvSpPr/>
          <p:nvPr/>
        </p:nvSpPr>
        <p:spPr>
          <a:xfrm>
            <a:off x="8302619" y="3132697"/>
            <a:ext cx="3239728" cy="2233317"/>
          </a:xfrm>
          <a:prstGeom prst="round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sz="2000" b="1" dirty="0"/>
          </a:p>
          <a:p>
            <a:pPr algn="ctr"/>
            <a:r>
              <a:rPr lang="es-CO" sz="2800" b="1" dirty="0"/>
              <a:t>Orden SAP</a:t>
            </a:r>
          </a:p>
          <a:p>
            <a:pPr algn="ctr"/>
            <a:r>
              <a:rPr lang="es-CO" sz="2000" b="1" dirty="0"/>
              <a:t>¡</a:t>
            </a:r>
            <a:r>
              <a:rPr lang="es-CO" b="1" dirty="0"/>
              <a:t>Se modifica pero se notifica a coordinación medica para retroalimentación al medico!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767500A-D031-AF9D-EDC9-21E8458E3FBE}"/>
              </a:ext>
            </a:extLst>
          </p:cNvPr>
          <p:cNvSpPr/>
          <p:nvPr/>
        </p:nvSpPr>
        <p:spPr>
          <a:xfrm>
            <a:off x="1747105" y="5514104"/>
            <a:ext cx="8697789" cy="95864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O" sz="2000" b="1" dirty="0"/>
              <a:t>Orden manual/externa </a:t>
            </a:r>
          </a:p>
          <a:p>
            <a:pPr algn="ctr"/>
            <a:r>
              <a:rPr lang="es-CO" b="1" dirty="0"/>
              <a:t>Se genera ingreso cups según corresponda 90613102 -90887304</a:t>
            </a:r>
          </a:p>
        </p:txBody>
      </p:sp>
      <p:pic>
        <p:nvPicPr>
          <p:cNvPr id="9224" name="Picture 8" descr="Resultado de imagen para muñecos blanco trabajando en equipo">
            <a:extLst>
              <a:ext uri="{FF2B5EF4-FFF2-40B4-BE49-F238E27FC236}">
                <a16:creationId xmlns:a16="http://schemas.microsoft.com/office/drawing/2014/main" id="{C4D1FA90-B711-3AEE-F846-9D5C6F080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383" y="1125077"/>
            <a:ext cx="23622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582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11B4B6-E871-F5C7-88E0-DD0053A9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ítulo 4">
            <a:extLst>
              <a:ext uri="{FF2B5EF4-FFF2-40B4-BE49-F238E27FC236}">
                <a16:creationId xmlns:a16="http://schemas.microsoft.com/office/drawing/2014/main" id="{39B0A71D-6738-B6E0-D649-6E2E2FEE6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812" y="729806"/>
            <a:ext cx="6344110" cy="777666"/>
          </a:xfrm>
        </p:spPr>
        <p:txBody>
          <a:bodyPr>
            <a:normAutofit fontScale="90000"/>
          </a:bodyPr>
          <a:lstStyle/>
          <a:p>
            <a:r>
              <a:rPr lang="es-ES" sz="5200" dirty="0"/>
              <a:t>Ordenes con solicitudes: </a:t>
            </a:r>
            <a:endParaRPr lang="es-CO" sz="5200" dirty="0"/>
          </a:p>
        </p:txBody>
      </p:sp>
      <p:graphicFrame>
        <p:nvGraphicFramePr>
          <p:cNvPr id="21" name="Marcador de contenido 5">
            <a:extLst>
              <a:ext uri="{FF2B5EF4-FFF2-40B4-BE49-F238E27FC236}">
                <a16:creationId xmlns:a16="http://schemas.microsoft.com/office/drawing/2014/main" id="{0A4BDA7A-9F8C-CE49-8CD9-E239C4D457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821582"/>
              </p:ext>
            </p:extLst>
          </p:nvPr>
        </p:nvGraphicFramePr>
        <p:xfrm>
          <a:off x="1029929" y="1677175"/>
          <a:ext cx="10532806" cy="4289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098" name="Picture 2" descr="11 ideas de Imagenes para diapositivas en 2025 | imagenes para  diapositivas, imagenes para presentaciones, gente blanca">
            <a:extLst>
              <a:ext uri="{FF2B5EF4-FFF2-40B4-BE49-F238E27FC236}">
                <a16:creationId xmlns:a16="http://schemas.microsoft.com/office/drawing/2014/main" id="{64308525-CDD3-EE7B-7000-8904B80EB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695" y="372317"/>
            <a:ext cx="1376362" cy="137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315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62AD0474-2EA2-712F-4269-64C325EB8A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1AA54A7-6E75-E078-40ED-5B5C0021037B}"/>
              </a:ext>
            </a:extLst>
          </p:cNvPr>
          <p:cNvSpPr txBox="1"/>
          <p:nvPr/>
        </p:nvSpPr>
        <p:spPr>
          <a:xfrm>
            <a:off x="1066800" y="3808734"/>
            <a:ext cx="9628094" cy="1919363"/>
          </a:xfrm>
          <a:prstGeom prst="rect">
            <a:avLst/>
          </a:prstGeom>
          <a:noFill/>
        </p:spPr>
        <p:txBody>
          <a:bodyPr wrap="square" tIns="0" bIns="72000" rtlCol="0">
            <a:spAutoFit/>
          </a:bodyPr>
          <a:lstStyle/>
          <a:p>
            <a:pPr algn="ctr"/>
            <a:r>
              <a:rPr lang="es-CO" sz="6000" dirty="0">
                <a:solidFill>
                  <a:srgbClr val="ACDC2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Manejo </a:t>
            </a:r>
          </a:p>
          <a:p>
            <a:pPr algn="ctr"/>
            <a:r>
              <a:rPr lang="es-CO" sz="6000" b="1" dirty="0">
                <a:solidFill>
                  <a:srgbClr val="FF66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Perfil Lipídico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03A239F-D897-E698-094E-9B58A4D94C07}"/>
              </a:ext>
            </a:extLst>
          </p:cNvPr>
          <p:cNvCxnSpPr>
            <a:cxnSpLocks/>
          </p:cNvCxnSpPr>
          <p:nvPr/>
        </p:nvCxnSpPr>
        <p:spPr>
          <a:xfrm>
            <a:off x="1281953" y="4742269"/>
            <a:ext cx="9305365" cy="0"/>
          </a:xfrm>
          <a:prstGeom prst="line">
            <a:avLst/>
          </a:prstGeom>
          <a:ln>
            <a:solidFill>
              <a:srgbClr val="ACDC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n 8" descr="Un grupo de personas posando delante de ventana&#10;&#10;Descripción generada automáticamente">
            <a:extLst>
              <a:ext uri="{FF2B5EF4-FFF2-40B4-BE49-F238E27FC236}">
                <a16:creationId xmlns:a16="http://schemas.microsoft.com/office/drawing/2014/main" id="{5574BA25-D8A3-EA1F-019C-81D42DD88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6" t="3482" r="3702" b="27323"/>
          <a:stretch>
            <a:fillRect/>
          </a:stretch>
        </p:blipFill>
        <p:spPr>
          <a:xfrm>
            <a:off x="3618927" y="616168"/>
            <a:ext cx="4954147" cy="2409246"/>
          </a:xfrm>
          <a:custGeom>
            <a:avLst/>
            <a:gdLst>
              <a:gd name="connsiteX0" fmla="*/ 0 w 4954147"/>
              <a:gd name="connsiteY0" fmla="*/ 1204622 h 2409246"/>
              <a:gd name="connsiteX1" fmla="*/ 0 w 4954147"/>
              <a:gd name="connsiteY1" fmla="*/ 1204623 h 2409246"/>
              <a:gd name="connsiteX2" fmla="*/ 0 w 4954147"/>
              <a:gd name="connsiteY2" fmla="*/ 1204623 h 2409246"/>
              <a:gd name="connsiteX3" fmla="*/ 1204623 w 4954147"/>
              <a:gd name="connsiteY3" fmla="*/ 0 h 2409246"/>
              <a:gd name="connsiteX4" fmla="*/ 3749524 w 4954147"/>
              <a:gd name="connsiteY4" fmla="*/ 0 h 2409246"/>
              <a:gd name="connsiteX5" fmla="*/ 4954147 w 4954147"/>
              <a:gd name="connsiteY5" fmla="*/ 1204623 h 2409246"/>
              <a:gd name="connsiteX6" fmla="*/ 4954146 w 4954147"/>
              <a:gd name="connsiteY6" fmla="*/ 1204623 h 2409246"/>
              <a:gd name="connsiteX7" fmla="*/ 3749523 w 4954147"/>
              <a:gd name="connsiteY7" fmla="*/ 2409246 h 2409246"/>
              <a:gd name="connsiteX8" fmla="*/ 1204623 w 4954147"/>
              <a:gd name="connsiteY8" fmla="*/ 2409245 h 2409246"/>
              <a:gd name="connsiteX9" fmla="*/ 6220 w 4954147"/>
              <a:gd name="connsiteY9" fmla="*/ 1327788 h 2409246"/>
              <a:gd name="connsiteX10" fmla="*/ 0 w 4954147"/>
              <a:gd name="connsiteY10" fmla="*/ 1204623 h 2409246"/>
              <a:gd name="connsiteX11" fmla="*/ 6220 w 4954147"/>
              <a:gd name="connsiteY11" fmla="*/ 1081457 h 2409246"/>
              <a:gd name="connsiteX12" fmla="*/ 1204623 w 4954147"/>
              <a:gd name="connsiteY12" fmla="*/ 0 h 2409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54147" h="2409246">
                <a:moveTo>
                  <a:pt x="0" y="1204622"/>
                </a:moveTo>
                <a:lnTo>
                  <a:pt x="0" y="1204623"/>
                </a:lnTo>
                <a:lnTo>
                  <a:pt x="0" y="1204623"/>
                </a:lnTo>
                <a:close/>
                <a:moveTo>
                  <a:pt x="1204623" y="0"/>
                </a:moveTo>
                <a:lnTo>
                  <a:pt x="3749524" y="0"/>
                </a:lnTo>
                <a:cubicBezTo>
                  <a:pt x="4414819" y="0"/>
                  <a:pt x="4954147" y="539328"/>
                  <a:pt x="4954147" y="1204623"/>
                </a:cubicBezTo>
                <a:lnTo>
                  <a:pt x="4954146" y="1204623"/>
                </a:lnTo>
                <a:cubicBezTo>
                  <a:pt x="4954146" y="1869918"/>
                  <a:pt x="4414818" y="2409246"/>
                  <a:pt x="3749523" y="2409246"/>
                </a:cubicBezTo>
                <a:lnTo>
                  <a:pt x="1204623" y="2409245"/>
                </a:lnTo>
                <a:cubicBezTo>
                  <a:pt x="580909" y="2409245"/>
                  <a:pt x="67908" y="1935226"/>
                  <a:pt x="6220" y="1327788"/>
                </a:cubicBezTo>
                <a:lnTo>
                  <a:pt x="0" y="1204623"/>
                </a:lnTo>
                <a:lnTo>
                  <a:pt x="6220" y="1081457"/>
                </a:lnTo>
                <a:cubicBezTo>
                  <a:pt x="67908" y="474019"/>
                  <a:pt x="580909" y="0"/>
                  <a:pt x="120462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18188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7D4E6E-3B0A-8660-3F7F-9F445387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">
            <a:extLst>
              <a:ext uri="{FF2B5EF4-FFF2-40B4-BE49-F238E27FC236}">
                <a16:creationId xmlns:a16="http://schemas.microsoft.com/office/drawing/2014/main" id="{D648585B-8D74-BB11-107C-313136F94D1B}"/>
              </a:ext>
            </a:extLst>
          </p:cNvPr>
          <p:cNvSpPr txBox="1">
            <a:spLocks/>
          </p:cNvSpPr>
          <p:nvPr/>
        </p:nvSpPr>
        <p:spPr>
          <a:xfrm>
            <a:off x="496370" y="1607574"/>
            <a:ext cx="5056897" cy="27874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Posibles escenarios Ordenamiento SAP Perfil Lipídico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108635-6936-E1A1-45C4-A3F1ACFDDEBC}"/>
              </a:ext>
            </a:extLst>
          </p:cNvPr>
          <p:cNvSpPr txBox="1"/>
          <p:nvPr/>
        </p:nvSpPr>
        <p:spPr>
          <a:xfrm>
            <a:off x="1149874" y="4877018"/>
            <a:ext cx="4171994" cy="10357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Colesterol inmunológico </a:t>
            </a:r>
            <a:r>
              <a:rPr lang="en-US" sz="3600" b="1" kern="12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= </a:t>
            </a:r>
            <a:r>
              <a:rPr lang="en-US" sz="2400" kern="12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rPr>
              <a:t>Colesterol Automatizado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3E35C76-D0C6-C838-392F-60A9F5304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36" y="1014560"/>
            <a:ext cx="4876799" cy="5632704"/>
          </a:xfrm>
          <a:prstGeom prst="rect">
            <a:avLst/>
          </a:prstGeom>
        </p:spPr>
      </p:pic>
      <p:pic>
        <p:nvPicPr>
          <p:cNvPr id="3074" name="Picture 2" descr="Las mejores 530 ideas de IMAGENES PARA PRESENTACIONES ...">
            <a:extLst>
              <a:ext uri="{FF2B5EF4-FFF2-40B4-BE49-F238E27FC236}">
                <a16:creationId xmlns:a16="http://schemas.microsoft.com/office/drawing/2014/main" id="{120D0DDD-E432-AF59-993B-AAD06EF9A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635" y="278850"/>
            <a:ext cx="1486473" cy="23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4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E6A72-EACA-C2AD-9FC8-154731877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B4F1829A-7BC7-E650-E948-35319B84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1690"/>
            <a:ext cx="8637494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77762"/>
                </a:solidFill>
              </a:rPr>
              <a:t>Ordenes Manuales / Externas Perfil Lipídico</a:t>
            </a:r>
            <a:endParaRPr lang="es-CO" sz="3200" dirty="0">
              <a:solidFill>
                <a:srgbClr val="077762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63C30F5-A277-3A41-5320-4CEC5DBF2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806" y="1321334"/>
            <a:ext cx="5740537" cy="5314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ángulo: esquinas superiores, una redondeada y la otra cortada 11">
            <a:extLst>
              <a:ext uri="{FF2B5EF4-FFF2-40B4-BE49-F238E27FC236}">
                <a16:creationId xmlns:a16="http://schemas.microsoft.com/office/drawing/2014/main" id="{96CB4253-51F1-0A4A-2D3F-4D044F37AA1E}"/>
              </a:ext>
            </a:extLst>
          </p:cNvPr>
          <p:cNvSpPr/>
          <p:nvPr/>
        </p:nvSpPr>
        <p:spPr>
          <a:xfrm>
            <a:off x="9091486" y="3429000"/>
            <a:ext cx="2597216" cy="2040367"/>
          </a:xfrm>
          <a:prstGeom prst="snip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Colesterol inmunológico    </a:t>
            </a:r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= 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Colesterol Automatizado</a:t>
            </a:r>
          </a:p>
        </p:txBody>
      </p:sp>
      <p:pic>
        <p:nvPicPr>
          <p:cNvPr id="14" name="Gráfico 13" descr="Aula de clases con relleno sólido">
            <a:extLst>
              <a:ext uri="{FF2B5EF4-FFF2-40B4-BE49-F238E27FC236}">
                <a16:creationId xmlns:a16="http://schemas.microsoft.com/office/drawing/2014/main" id="{D5C9D909-3E0E-B2F9-C81F-68010B8AD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1732" y="1895168"/>
            <a:ext cx="1325562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763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09822-306A-3711-5605-EC3FE90D4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4E1B8-5D0E-7D75-E1D8-0384ABA74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553" y="194795"/>
            <a:ext cx="7817223" cy="1325563"/>
          </a:xfrm>
        </p:spPr>
        <p:txBody>
          <a:bodyPr>
            <a:normAutofit/>
          </a:bodyPr>
          <a:lstStyle/>
          <a:p>
            <a:r>
              <a:rPr lang="es-MX" sz="3200" b="1" dirty="0">
                <a:solidFill>
                  <a:srgbClr val="0CA84C"/>
                </a:solidFill>
              </a:rPr>
              <a:t>Perfil Lipídico  Pacientes Particulares </a:t>
            </a:r>
            <a:endParaRPr lang="es-CO" sz="3200" b="1" dirty="0">
              <a:solidFill>
                <a:srgbClr val="0CA84C"/>
              </a:solidFill>
            </a:endParaRPr>
          </a:p>
        </p:txBody>
      </p:sp>
      <p:graphicFrame>
        <p:nvGraphicFramePr>
          <p:cNvPr id="6" name="Marcador de contenido 5">
            <a:extLst>
              <a:ext uri="{FF2B5EF4-FFF2-40B4-BE49-F238E27FC236}">
                <a16:creationId xmlns:a16="http://schemas.microsoft.com/office/drawing/2014/main" id="{3C465BE3-BD8D-6D5D-C014-DF08170BBB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5873037"/>
              </p:ext>
            </p:extLst>
          </p:nvPr>
        </p:nvGraphicFramePr>
        <p:xfrm>
          <a:off x="1310149" y="1209368"/>
          <a:ext cx="9220200" cy="5206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3957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D317F-4699-84A5-7E45-1ADB5600D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1C9643C8-3653-CF8F-4B15-DE0B0F8E15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96B498B-6B33-6CE4-9534-17ECB9AD3165}"/>
              </a:ext>
            </a:extLst>
          </p:cNvPr>
          <p:cNvSpPr txBox="1"/>
          <p:nvPr/>
        </p:nvSpPr>
        <p:spPr>
          <a:xfrm>
            <a:off x="986118" y="3832587"/>
            <a:ext cx="10892118" cy="1919363"/>
          </a:xfrm>
          <a:prstGeom prst="rect">
            <a:avLst/>
          </a:prstGeom>
          <a:noFill/>
        </p:spPr>
        <p:txBody>
          <a:bodyPr wrap="square" tIns="0" bIns="72000" rtlCol="0">
            <a:spAutoFit/>
          </a:bodyPr>
          <a:lstStyle/>
          <a:p>
            <a:pPr algn="ctr"/>
            <a:r>
              <a:rPr lang="es-CO" sz="6000" dirty="0">
                <a:solidFill>
                  <a:srgbClr val="0CA84C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Otras Solicitudes </a:t>
            </a:r>
          </a:p>
          <a:p>
            <a:pPr algn="ctr"/>
            <a:endParaRPr lang="es-CO" sz="6000" b="1" dirty="0">
              <a:solidFill>
                <a:srgbClr val="FF6600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8F3D25A3-4ADE-33D5-C21C-D81B94F5F088}"/>
              </a:ext>
            </a:extLst>
          </p:cNvPr>
          <p:cNvCxnSpPr>
            <a:cxnSpLocks/>
          </p:cNvCxnSpPr>
          <p:nvPr/>
        </p:nvCxnSpPr>
        <p:spPr>
          <a:xfrm>
            <a:off x="1909483" y="4670551"/>
            <a:ext cx="9045388" cy="0"/>
          </a:xfrm>
          <a:prstGeom prst="line">
            <a:avLst/>
          </a:prstGeom>
          <a:ln>
            <a:solidFill>
              <a:srgbClr val="0C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Imagen 20" descr="Mujer parada enfrente de un edificio de ladrillo&#10;&#10;Descripción generada automáticamente">
            <a:extLst>
              <a:ext uri="{FF2B5EF4-FFF2-40B4-BE49-F238E27FC236}">
                <a16:creationId xmlns:a16="http://schemas.microsoft.com/office/drawing/2014/main" id="{0F295047-D6CF-6122-6D56-1A9D7DEEE5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293" t="10895" r="11293" b="32666"/>
          <a:stretch>
            <a:fillRect/>
          </a:stretch>
        </p:blipFill>
        <p:spPr>
          <a:xfrm>
            <a:off x="3618927" y="616168"/>
            <a:ext cx="4954147" cy="2409246"/>
          </a:xfrm>
          <a:custGeom>
            <a:avLst/>
            <a:gdLst>
              <a:gd name="connsiteX0" fmla="*/ 0 w 4954147"/>
              <a:gd name="connsiteY0" fmla="*/ 1204622 h 2409246"/>
              <a:gd name="connsiteX1" fmla="*/ 0 w 4954147"/>
              <a:gd name="connsiteY1" fmla="*/ 1204623 h 2409246"/>
              <a:gd name="connsiteX2" fmla="*/ 0 w 4954147"/>
              <a:gd name="connsiteY2" fmla="*/ 1204623 h 2409246"/>
              <a:gd name="connsiteX3" fmla="*/ 1204623 w 4954147"/>
              <a:gd name="connsiteY3" fmla="*/ 0 h 2409246"/>
              <a:gd name="connsiteX4" fmla="*/ 3749524 w 4954147"/>
              <a:gd name="connsiteY4" fmla="*/ 0 h 2409246"/>
              <a:gd name="connsiteX5" fmla="*/ 4954147 w 4954147"/>
              <a:gd name="connsiteY5" fmla="*/ 1204623 h 2409246"/>
              <a:gd name="connsiteX6" fmla="*/ 4954146 w 4954147"/>
              <a:gd name="connsiteY6" fmla="*/ 1204623 h 2409246"/>
              <a:gd name="connsiteX7" fmla="*/ 3749523 w 4954147"/>
              <a:gd name="connsiteY7" fmla="*/ 2409246 h 2409246"/>
              <a:gd name="connsiteX8" fmla="*/ 1204623 w 4954147"/>
              <a:gd name="connsiteY8" fmla="*/ 2409245 h 2409246"/>
              <a:gd name="connsiteX9" fmla="*/ 6220 w 4954147"/>
              <a:gd name="connsiteY9" fmla="*/ 1327788 h 2409246"/>
              <a:gd name="connsiteX10" fmla="*/ 0 w 4954147"/>
              <a:gd name="connsiteY10" fmla="*/ 1204623 h 2409246"/>
              <a:gd name="connsiteX11" fmla="*/ 6220 w 4954147"/>
              <a:gd name="connsiteY11" fmla="*/ 1081457 h 2409246"/>
              <a:gd name="connsiteX12" fmla="*/ 1204623 w 4954147"/>
              <a:gd name="connsiteY12" fmla="*/ 0 h 2409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954147" h="2409246">
                <a:moveTo>
                  <a:pt x="0" y="1204622"/>
                </a:moveTo>
                <a:lnTo>
                  <a:pt x="0" y="1204623"/>
                </a:lnTo>
                <a:lnTo>
                  <a:pt x="0" y="1204623"/>
                </a:lnTo>
                <a:close/>
                <a:moveTo>
                  <a:pt x="1204623" y="0"/>
                </a:moveTo>
                <a:lnTo>
                  <a:pt x="3749524" y="0"/>
                </a:lnTo>
                <a:cubicBezTo>
                  <a:pt x="4414819" y="0"/>
                  <a:pt x="4954147" y="539328"/>
                  <a:pt x="4954147" y="1204623"/>
                </a:cubicBezTo>
                <a:lnTo>
                  <a:pt x="4954146" y="1204623"/>
                </a:lnTo>
                <a:cubicBezTo>
                  <a:pt x="4954146" y="1869918"/>
                  <a:pt x="4414818" y="2409246"/>
                  <a:pt x="3749523" y="2409246"/>
                </a:cubicBezTo>
                <a:lnTo>
                  <a:pt x="1204623" y="2409245"/>
                </a:lnTo>
                <a:cubicBezTo>
                  <a:pt x="580909" y="2409245"/>
                  <a:pt x="67908" y="1935226"/>
                  <a:pt x="6220" y="1327788"/>
                </a:cubicBezTo>
                <a:lnTo>
                  <a:pt x="0" y="1204623"/>
                </a:lnTo>
                <a:lnTo>
                  <a:pt x="6220" y="1081457"/>
                </a:lnTo>
                <a:cubicBezTo>
                  <a:pt x="67908" y="474019"/>
                  <a:pt x="580909" y="0"/>
                  <a:pt x="1204623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43318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EEC3C-83B3-ED4F-245F-DB2C05193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C04170C0-F806-D493-BD2B-FAA195A56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591077"/>
              </p:ext>
            </p:extLst>
          </p:nvPr>
        </p:nvGraphicFramePr>
        <p:xfrm>
          <a:off x="3565968" y="1637071"/>
          <a:ext cx="7952369" cy="4838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ítulo 3">
            <a:extLst>
              <a:ext uri="{FF2B5EF4-FFF2-40B4-BE49-F238E27FC236}">
                <a16:creationId xmlns:a16="http://schemas.microsoft.com/office/drawing/2014/main" id="{CB68CA4D-DD96-48A7-F2A5-9E76A7C7D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657" y="656047"/>
            <a:ext cx="7952369" cy="951527"/>
          </a:xfrm>
        </p:spPr>
        <p:txBody>
          <a:bodyPr>
            <a:normAutofit fontScale="90000"/>
          </a:bodyPr>
          <a:lstStyle/>
          <a:p>
            <a:pPr algn="ctr"/>
            <a:r>
              <a:rPr lang="es-MX" sz="3200" dirty="0">
                <a:solidFill>
                  <a:srgbClr val="8367CF"/>
                </a:solidFill>
              </a:rPr>
              <a:t>Proteína C Reactiva Alta Precisión Automatizada </a:t>
            </a:r>
            <a:br>
              <a:rPr lang="es-MX" sz="3200" dirty="0">
                <a:solidFill>
                  <a:srgbClr val="8367CF"/>
                </a:solidFill>
              </a:rPr>
            </a:br>
            <a:r>
              <a:rPr lang="es-MX" sz="3200" dirty="0">
                <a:solidFill>
                  <a:srgbClr val="8367CF"/>
                </a:solidFill>
              </a:rPr>
              <a:t>( 906913)</a:t>
            </a:r>
            <a:endParaRPr lang="es-CO" sz="3200" dirty="0">
              <a:solidFill>
                <a:srgbClr val="8367CF"/>
              </a:solidFill>
            </a:endParaRPr>
          </a:p>
        </p:txBody>
      </p:sp>
      <p:pic>
        <p:nvPicPr>
          <p:cNvPr id="1026" name="Picture 2" descr="muñecos para presentaciones empresariales">
            <a:extLst>
              <a:ext uri="{FF2B5EF4-FFF2-40B4-BE49-F238E27FC236}">
                <a16:creationId xmlns:a16="http://schemas.microsoft.com/office/drawing/2014/main" id="{E9B78853-F05F-CBE3-0628-81FA783EB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25" y="2212258"/>
            <a:ext cx="2733214" cy="332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54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597FCB-FC38-1631-A7E8-F1D06AD1F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6E9DA-75FF-29C2-8D46-539E76D6D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553" y="194795"/>
            <a:ext cx="7817223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0CA84C"/>
                </a:solidFill>
              </a:rPr>
              <a:t>Inmunoglobulinas G   </a:t>
            </a:r>
            <a:br>
              <a:rPr lang="en-US" sz="3200" dirty="0">
                <a:solidFill>
                  <a:srgbClr val="0CA84C"/>
                </a:solidFill>
              </a:rPr>
            </a:br>
            <a:r>
              <a:rPr lang="en-US" sz="3200" dirty="0">
                <a:solidFill>
                  <a:srgbClr val="0CA84C"/>
                </a:solidFill>
              </a:rPr>
              <a:t>Ordenes SAP, Manuales/Externas</a:t>
            </a:r>
            <a:endParaRPr lang="es-CO" sz="3200" dirty="0">
              <a:solidFill>
                <a:srgbClr val="0CA84C"/>
              </a:solidFill>
            </a:endParaRP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91B2364F-6238-9E1F-05E0-3A5506F2C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0343709"/>
              </p:ext>
            </p:extLst>
          </p:nvPr>
        </p:nvGraphicFramePr>
        <p:xfrm>
          <a:off x="933143" y="1666567"/>
          <a:ext cx="6858342" cy="47598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Bocadillo nube: nube 18">
            <a:extLst>
              <a:ext uri="{FF2B5EF4-FFF2-40B4-BE49-F238E27FC236}">
                <a16:creationId xmlns:a16="http://schemas.microsoft.com/office/drawing/2014/main" id="{22734F0D-8800-E01C-4315-63F9D7C3A67F}"/>
              </a:ext>
            </a:extLst>
          </p:cNvPr>
          <p:cNvSpPr/>
          <p:nvPr/>
        </p:nvSpPr>
        <p:spPr>
          <a:xfrm>
            <a:off x="8357419" y="1732291"/>
            <a:ext cx="3834581" cy="2314223"/>
          </a:xfrm>
          <a:prstGeom prst="cloud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es-MX" dirty="0"/>
              <a:t>Se Ingresa lo que solicitan, </a:t>
            </a:r>
            <a:r>
              <a:rPr lang="es-MX" b="1" dirty="0"/>
              <a:t>NO </a:t>
            </a:r>
            <a:r>
              <a:rPr lang="es-MX" dirty="0"/>
              <a:t>se deja para No contabilizable.</a:t>
            </a:r>
            <a:endParaRPr lang="es-CO" dirty="0"/>
          </a:p>
        </p:txBody>
      </p:sp>
      <p:pic>
        <p:nvPicPr>
          <p:cNvPr id="2050" name="Picture 2" descr="9 ideas de D | disenos de unas, imagenes para diapositivas, imagenes para  presentaciones">
            <a:extLst>
              <a:ext uri="{FF2B5EF4-FFF2-40B4-BE49-F238E27FC236}">
                <a16:creationId xmlns:a16="http://schemas.microsoft.com/office/drawing/2014/main" id="{C5E7AA34-B383-946E-805D-E063D2B47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3680" y="4434355"/>
            <a:ext cx="19050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274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CF4A1-F1E1-4F9E-649B-CB1537E5A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B658A40-D508-A560-5E41-C51D7955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050" y="339385"/>
            <a:ext cx="8637494" cy="1325563"/>
          </a:xfrm>
        </p:spPr>
        <p:txBody>
          <a:bodyPr>
            <a:normAutofit/>
          </a:bodyPr>
          <a:lstStyle/>
          <a:p>
            <a:pPr algn="ctr"/>
            <a:r>
              <a:rPr lang="es-MX" sz="3200" dirty="0">
                <a:solidFill>
                  <a:srgbClr val="077762"/>
                </a:solidFill>
              </a:rPr>
              <a:t>Solicitud Exámenes POCT</a:t>
            </a:r>
            <a:endParaRPr lang="es-CO" sz="3200" dirty="0">
              <a:solidFill>
                <a:srgbClr val="077762"/>
              </a:solidFill>
            </a:endParaRPr>
          </a:p>
        </p:txBody>
      </p:sp>
      <p:graphicFrame>
        <p:nvGraphicFramePr>
          <p:cNvPr id="6" name="Marcador de contenido 1">
            <a:extLst>
              <a:ext uri="{FF2B5EF4-FFF2-40B4-BE49-F238E27FC236}">
                <a16:creationId xmlns:a16="http://schemas.microsoft.com/office/drawing/2014/main" id="{5DA62128-D6B5-F275-C199-A4415510BD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9741970"/>
              </p:ext>
            </p:extLst>
          </p:nvPr>
        </p:nvGraphicFramePr>
        <p:xfrm>
          <a:off x="1057625" y="1938218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098" name="Picture 2" descr="muñecos para presentaciones empresariales">
            <a:extLst>
              <a:ext uri="{FF2B5EF4-FFF2-40B4-BE49-F238E27FC236}">
                <a16:creationId xmlns:a16="http://schemas.microsoft.com/office/drawing/2014/main" id="{AAEE5403-E82E-51EE-E482-ECE49257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909" y="4217446"/>
            <a:ext cx="2754875" cy="250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920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542B3-7DE3-FA81-4E42-4E74287A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F108944-EE5A-039E-D717-5C4B66838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94" y="8965"/>
            <a:ext cx="8125012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8367CF"/>
                </a:solidFill>
              </a:rPr>
              <a:t>906915 Prueba No Treponémica Manual RPR</a:t>
            </a:r>
            <a:endParaRPr lang="es-CO" sz="3200" dirty="0">
              <a:solidFill>
                <a:srgbClr val="8367CF"/>
              </a:solidFill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83F672AE-9644-6A9A-D308-603EF844F1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90544094"/>
              </p:ext>
            </p:extLst>
          </p:nvPr>
        </p:nvGraphicFramePr>
        <p:xfrm>
          <a:off x="855407" y="1334528"/>
          <a:ext cx="7860890" cy="4793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074" name="Picture 2" descr="25 ideas de Personitas | imagenes para diapositivas, imagenes para  presentaciones, gente blanca">
            <a:extLst>
              <a:ext uri="{FF2B5EF4-FFF2-40B4-BE49-F238E27FC236}">
                <a16:creationId xmlns:a16="http://schemas.microsoft.com/office/drawing/2014/main" id="{630AED16-9EF3-618B-B1CA-E834AA97A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8424" y="1746301"/>
            <a:ext cx="2721292" cy="336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3141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2BEE01-60DE-F448-AB6A-6F0D1F467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D9CCAA8-FA54-FEC2-283E-DFC383642BD5}"/>
              </a:ext>
            </a:extLst>
          </p:cNvPr>
          <p:cNvSpPr txBox="1"/>
          <p:nvPr/>
        </p:nvSpPr>
        <p:spPr>
          <a:xfrm>
            <a:off x="1666568" y="4333297"/>
            <a:ext cx="2654710" cy="11695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400" dirty="0"/>
              <a:t>No se envían prestaciones de las dos pruebas.</a:t>
            </a:r>
          </a:p>
          <a:p>
            <a:pPr lvl="0"/>
            <a:endParaRPr lang="es-MX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sz="1400" dirty="0"/>
              <a:t>No se dejan pendiente para tomar en otra fecha .</a:t>
            </a:r>
            <a:endParaRPr lang="es-CO" sz="1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6DC92FB-FEC0-1E12-68A7-E0562AD5FE77}"/>
              </a:ext>
            </a:extLst>
          </p:cNvPr>
          <p:cNvSpPr txBox="1"/>
          <p:nvPr/>
        </p:nvSpPr>
        <p:spPr>
          <a:xfrm>
            <a:off x="8581780" y="4394852"/>
            <a:ext cx="2818722" cy="11079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Siempre priman las pruebas rápidas (90624901 - 90603901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C8A64A-AC51-0A3F-D1D0-A649F8C0430B}"/>
              </a:ext>
            </a:extLst>
          </p:cNvPr>
          <p:cNvSpPr txBox="1"/>
          <p:nvPr/>
        </p:nvSpPr>
        <p:spPr>
          <a:xfrm>
            <a:off x="8332837" y="1966631"/>
            <a:ext cx="3067665" cy="584775"/>
          </a:xfrm>
          <a:prstGeom prst="rect">
            <a:avLst/>
          </a:prstGeom>
          <a:ln>
            <a:solidFill>
              <a:srgbClr val="ACDC2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Se ingresa lo que solicita la orden. </a:t>
            </a:r>
            <a:endParaRPr lang="es-CO" sz="16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1D0A09-1629-14DC-5477-154A98F59944}"/>
              </a:ext>
            </a:extLst>
          </p:cNvPr>
          <p:cNvSpPr txBox="1"/>
          <p:nvPr/>
        </p:nvSpPr>
        <p:spPr>
          <a:xfrm>
            <a:off x="1666568" y="1966631"/>
            <a:ext cx="2756168" cy="14465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Se  envían las prestaciones de pruebas rápidas (90624901 - 90603901 )</a:t>
            </a:r>
          </a:p>
          <a:p>
            <a:endParaRPr lang="es-MX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/>
              <a:t>Los anticuerpos se dejan para No contabilizable</a:t>
            </a:r>
            <a:r>
              <a:rPr lang="es-MX" dirty="0"/>
              <a:t>. </a:t>
            </a:r>
            <a:endParaRPr lang="es-CO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1B8AF1E-42B0-A7F4-4E66-8840B05EC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494" y="8965"/>
            <a:ext cx="8125012" cy="1325563"/>
          </a:xfrm>
        </p:spPr>
        <p:txBody>
          <a:bodyPr>
            <a:normAutofit/>
          </a:bodyPr>
          <a:lstStyle/>
          <a:p>
            <a:pPr algn="ctr"/>
            <a:r>
              <a:rPr lang="es-MX" sz="3200" dirty="0">
                <a:solidFill>
                  <a:srgbClr val="8367CF"/>
                </a:solidFill>
              </a:rPr>
              <a:t>VIH Y TREPONEMAS Anticuerpos y Pruebas Rápidas  :</a:t>
            </a:r>
            <a:endParaRPr lang="es-CO" sz="3200" dirty="0">
              <a:solidFill>
                <a:srgbClr val="8367CF"/>
              </a:solidFill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03C87744-8CC2-CA0D-E1A3-3726714CBC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4914421"/>
              </p:ext>
            </p:extLst>
          </p:nvPr>
        </p:nvGraphicFramePr>
        <p:xfrm>
          <a:off x="2993923" y="1533831"/>
          <a:ext cx="6872747" cy="50439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6491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23384-D526-0511-AD8B-AE49492FC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1E302-659D-3DBC-9A30-072CF1F50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6493" y="0"/>
            <a:ext cx="7432977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FF6600"/>
                </a:solidFill>
              </a:rPr>
              <a:t>Solicitud de Tamizajes Colon y Próstata</a:t>
            </a:r>
            <a:endParaRPr lang="es-CO" sz="3200" dirty="0">
              <a:solidFill>
                <a:srgbClr val="FF6600"/>
              </a:solidFill>
            </a:endParaRPr>
          </a:p>
        </p:txBody>
      </p:sp>
      <p:graphicFrame>
        <p:nvGraphicFramePr>
          <p:cNvPr id="5" name="Marcador de contenido 10">
            <a:extLst>
              <a:ext uri="{FF2B5EF4-FFF2-40B4-BE49-F238E27FC236}">
                <a16:creationId xmlns:a16="http://schemas.microsoft.com/office/drawing/2014/main" id="{31A3A1BE-7B39-570B-F10D-29ACACB71A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1803080"/>
              </p:ext>
            </p:extLst>
          </p:nvPr>
        </p:nvGraphicFramePr>
        <p:xfrm>
          <a:off x="1190528" y="1504336"/>
          <a:ext cx="8351679" cy="5132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122" name="Picture 2" descr="38 ideas de Smartart | imagenes para presentaciones, imagenes para  diapositivas, gente blanca">
            <a:extLst>
              <a:ext uri="{FF2B5EF4-FFF2-40B4-BE49-F238E27FC236}">
                <a16:creationId xmlns:a16="http://schemas.microsoft.com/office/drawing/2014/main" id="{CAC267C1-DF0E-AB19-066A-F5E26816C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1420" y="1924665"/>
            <a:ext cx="2270918" cy="300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548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00FCC1-88F3-7917-93DF-488AEEE5E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41341-3C97-1FD4-92A5-1DCAF624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1553" y="194795"/>
            <a:ext cx="7817223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CA84C"/>
                </a:solidFill>
              </a:rPr>
              <a:t>Otras solicitudes :</a:t>
            </a:r>
            <a:endParaRPr lang="es-CO" sz="3200" dirty="0">
              <a:solidFill>
                <a:srgbClr val="0CA84C"/>
              </a:solidFill>
            </a:endParaRPr>
          </a:p>
        </p:txBody>
      </p:sp>
      <p:graphicFrame>
        <p:nvGraphicFramePr>
          <p:cNvPr id="3" name="Marcador de contenido 2">
            <a:extLst>
              <a:ext uri="{FF2B5EF4-FFF2-40B4-BE49-F238E27FC236}">
                <a16:creationId xmlns:a16="http://schemas.microsoft.com/office/drawing/2014/main" id="{6225A21D-AF66-EA28-BF2F-16007DD439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2782984"/>
              </p:ext>
            </p:extLst>
          </p:nvPr>
        </p:nvGraphicFramePr>
        <p:xfrm>
          <a:off x="865648" y="1724829"/>
          <a:ext cx="9869032" cy="4384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0265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0728D-8E7F-C622-A89F-54A04F33E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F217720B-A89D-3842-02A2-3C80A7727A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8517CA7-CD29-7FAA-984F-0059D028B8CE}"/>
              </a:ext>
            </a:extLst>
          </p:cNvPr>
          <p:cNvSpPr txBox="1"/>
          <p:nvPr/>
        </p:nvSpPr>
        <p:spPr>
          <a:xfrm>
            <a:off x="1888465" y="3994821"/>
            <a:ext cx="8096193" cy="2658026"/>
          </a:xfrm>
          <a:prstGeom prst="rect">
            <a:avLst/>
          </a:prstGeom>
          <a:noFill/>
        </p:spPr>
        <p:txBody>
          <a:bodyPr wrap="square" tIns="0" bIns="72000" rtlCol="0">
            <a:spAutoFit/>
          </a:bodyPr>
          <a:lstStyle/>
          <a:p>
            <a:pPr algn="ctr"/>
            <a:r>
              <a:rPr lang="es-CO" sz="6000" b="1" dirty="0">
                <a:solidFill>
                  <a:srgbClr val="8367CF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Concurrencias </a:t>
            </a:r>
          </a:p>
          <a:p>
            <a:pPr algn="ctr"/>
            <a:r>
              <a:rPr lang="es-CO" sz="5400" b="1" dirty="0">
                <a:solidFill>
                  <a:srgbClr val="FF66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Prestaciones Incluidas en Otras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CBC553A-E94C-0C87-2894-2266AF53E3E9}"/>
              </a:ext>
            </a:extLst>
          </p:cNvPr>
          <p:cNvCxnSpPr/>
          <p:nvPr/>
        </p:nvCxnSpPr>
        <p:spPr>
          <a:xfrm>
            <a:off x="4094259" y="4760199"/>
            <a:ext cx="4500438" cy="0"/>
          </a:xfrm>
          <a:prstGeom prst="line">
            <a:avLst/>
          </a:prstGeom>
          <a:ln>
            <a:solidFill>
              <a:srgbClr val="836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grupo de personas de pie&#10;&#10;Descripción generada automáticamente con confianza media">
            <a:extLst>
              <a:ext uri="{FF2B5EF4-FFF2-40B4-BE49-F238E27FC236}">
                <a16:creationId xmlns:a16="http://schemas.microsoft.com/office/drawing/2014/main" id="{E03DB39C-CA7D-47AA-FFD2-3CA8B19182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1" t="32020" r="945" b="36764"/>
          <a:stretch>
            <a:fillRect/>
          </a:stretch>
        </p:blipFill>
        <p:spPr>
          <a:xfrm>
            <a:off x="3597303" y="632083"/>
            <a:ext cx="4997394" cy="2393330"/>
          </a:xfrm>
          <a:custGeom>
            <a:avLst/>
            <a:gdLst>
              <a:gd name="connsiteX0" fmla="*/ 1196665 w 4997394"/>
              <a:gd name="connsiteY0" fmla="*/ 0 h 2393330"/>
              <a:gd name="connsiteX1" fmla="*/ 3800729 w 4997394"/>
              <a:gd name="connsiteY1" fmla="*/ 0 h 2393330"/>
              <a:gd name="connsiteX2" fmla="*/ 4997394 w 4997394"/>
              <a:gd name="connsiteY2" fmla="*/ 1196665 h 2393330"/>
              <a:gd name="connsiteX3" fmla="*/ 3800729 w 4997394"/>
              <a:gd name="connsiteY3" fmla="*/ 2393330 h 2393330"/>
              <a:gd name="connsiteX4" fmla="*/ 1196665 w 4997394"/>
              <a:gd name="connsiteY4" fmla="*/ 2393330 h 2393330"/>
              <a:gd name="connsiteX5" fmla="*/ 0 w 4997394"/>
              <a:gd name="connsiteY5" fmla="*/ 1196665 h 2393330"/>
              <a:gd name="connsiteX6" fmla="*/ 1196665 w 4997394"/>
              <a:gd name="connsiteY6" fmla="*/ 0 h 239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7394" h="2393330">
                <a:moveTo>
                  <a:pt x="1196665" y="0"/>
                </a:moveTo>
                <a:lnTo>
                  <a:pt x="3800729" y="0"/>
                </a:lnTo>
                <a:cubicBezTo>
                  <a:pt x="4461629" y="0"/>
                  <a:pt x="4997394" y="535765"/>
                  <a:pt x="4997394" y="1196665"/>
                </a:cubicBezTo>
                <a:cubicBezTo>
                  <a:pt x="4997394" y="1857565"/>
                  <a:pt x="4461629" y="2393330"/>
                  <a:pt x="3800729" y="2393330"/>
                </a:cubicBezTo>
                <a:lnTo>
                  <a:pt x="1196665" y="2393330"/>
                </a:lnTo>
                <a:cubicBezTo>
                  <a:pt x="535765" y="2393330"/>
                  <a:pt x="0" y="1857565"/>
                  <a:pt x="0" y="1196665"/>
                </a:cubicBezTo>
                <a:cubicBezTo>
                  <a:pt x="0" y="535765"/>
                  <a:pt x="535765" y="0"/>
                  <a:pt x="119666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5760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156A9F-A6C8-93D0-9161-2786B5096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1690"/>
            <a:ext cx="8637494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77762"/>
                </a:solidFill>
              </a:rPr>
              <a:t>Prestaciones incluidas en otras ( Concurrencias)</a:t>
            </a:r>
            <a:endParaRPr lang="es-CO" sz="3200" dirty="0">
              <a:solidFill>
                <a:srgbClr val="077762"/>
              </a:solidFill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56E4FB1D-D1E9-D04B-1D08-D7650C8C3F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8099199"/>
              </p:ext>
            </p:extLst>
          </p:nvPr>
        </p:nvGraphicFramePr>
        <p:xfrm>
          <a:off x="1449829" y="1768479"/>
          <a:ext cx="982777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16858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35DE5E-B7FD-EBA0-842C-09E1D7162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4194D67-D040-02BF-FEF1-716A77D3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1690"/>
            <a:ext cx="8637494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77762"/>
                </a:solidFill>
              </a:rPr>
              <a:t>Prestaciones incluidas en otras ( Concurrencias)</a:t>
            </a:r>
            <a:endParaRPr lang="es-CO" sz="3200" dirty="0">
              <a:solidFill>
                <a:srgbClr val="077762"/>
              </a:solidFill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D9B664E5-FB5E-AC8D-8765-09AD24B0D7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4705889"/>
              </p:ext>
            </p:extLst>
          </p:nvPr>
        </p:nvGraphicFramePr>
        <p:xfrm>
          <a:off x="1449829" y="1768479"/>
          <a:ext cx="982777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59798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732C5-81B1-1A7C-62F4-7FDC2EFBE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D004C08-6B55-ED20-9AA2-BBDC01F9E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1690"/>
            <a:ext cx="8637494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77762"/>
                </a:solidFill>
              </a:rPr>
              <a:t>Prestaciones incluidas en otras ( Concurrencias)</a:t>
            </a:r>
            <a:endParaRPr lang="es-CO" sz="3200" dirty="0">
              <a:solidFill>
                <a:srgbClr val="077762"/>
              </a:solidFill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76482EC1-727C-A8E6-054B-B2E6E2866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1429634"/>
              </p:ext>
            </p:extLst>
          </p:nvPr>
        </p:nvGraphicFramePr>
        <p:xfrm>
          <a:off x="786152" y="1709486"/>
          <a:ext cx="517219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Marcador de contenido 6">
            <a:extLst>
              <a:ext uri="{FF2B5EF4-FFF2-40B4-BE49-F238E27FC236}">
                <a16:creationId xmlns:a16="http://schemas.microsoft.com/office/drawing/2014/main" id="{A8E81A93-A0B9-B7E3-3E63-83DA823DB7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9842171"/>
              </p:ext>
            </p:extLst>
          </p:nvPr>
        </p:nvGraphicFramePr>
        <p:xfrm>
          <a:off x="5407313" y="1709486"/>
          <a:ext cx="517219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12155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CD91B-EC57-6E48-8404-590CF4B7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9E4F46A-17AD-82D7-CE13-50118B0A3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1690"/>
            <a:ext cx="8637494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77762"/>
                </a:solidFill>
              </a:rPr>
              <a:t>Prestaciones incluidas en otras ( Concurrencias)</a:t>
            </a:r>
            <a:endParaRPr lang="es-CO" sz="3200" dirty="0">
              <a:solidFill>
                <a:srgbClr val="077762"/>
              </a:solidFill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8C03E559-1B75-F332-E321-C6A124BBC5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4791476"/>
              </p:ext>
            </p:extLst>
          </p:nvPr>
        </p:nvGraphicFramePr>
        <p:xfrm>
          <a:off x="1449829" y="1415845"/>
          <a:ext cx="982777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203923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AA3FE-9A87-F90F-2DA7-502AE0528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7068317-CE5B-D5AB-1687-822B78FE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1690"/>
            <a:ext cx="8637494" cy="1325563"/>
          </a:xfrm>
        </p:spPr>
        <p:txBody>
          <a:bodyPr>
            <a:normAutofit/>
          </a:bodyPr>
          <a:lstStyle/>
          <a:p>
            <a:r>
              <a:rPr lang="es-MX" sz="3200" dirty="0">
                <a:solidFill>
                  <a:srgbClr val="077762"/>
                </a:solidFill>
              </a:rPr>
              <a:t>Prestaciones incluidas en otras ( Concurrencias)</a:t>
            </a:r>
            <a:endParaRPr lang="es-CO" sz="3200" dirty="0">
              <a:solidFill>
                <a:srgbClr val="077762"/>
              </a:solidFill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9CC0C9F4-D947-A33F-9CE8-56C2CF2E4F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43608"/>
              </p:ext>
            </p:extLst>
          </p:nvPr>
        </p:nvGraphicFramePr>
        <p:xfrm>
          <a:off x="1449829" y="1768479"/>
          <a:ext cx="982777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4682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83BBC8D0-A067-EE4D-0437-D5C549A54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/>
        </p:blipFill>
        <p:spPr>
          <a:xfrm>
            <a:off x="-1504" y="1282"/>
            <a:ext cx="12191980" cy="685671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38719E7-4955-F18D-E2F7-42A140AB6D95}"/>
              </a:ext>
            </a:extLst>
          </p:cNvPr>
          <p:cNvSpPr txBox="1"/>
          <p:nvPr/>
        </p:nvSpPr>
        <p:spPr>
          <a:xfrm>
            <a:off x="3923969" y="3808734"/>
            <a:ext cx="5706728" cy="1827030"/>
          </a:xfrm>
          <a:prstGeom prst="rect">
            <a:avLst/>
          </a:prstGeom>
          <a:noFill/>
        </p:spPr>
        <p:txBody>
          <a:bodyPr wrap="square" tIns="0" bIns="72000" rtlCol="0">
            <a:spAutoFit/>
          </a:bodyPr>
          <a:lstStyle/>
          <a:p>
            <a:pPr algn="ctr"/>
            <a:r>
              <a:rPr lang="es-CO" sz="6000" dirty="0">
                <a:solidFill>
                  <a:srgbClr val="8367CF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Recomendaciones </a:t>
            </a:r>
          </a:p>
          <a:p>
            <a:pPr algn="ctr"/>
            <a:r>
              <a:rPr lang="es-CO" sz="5400" b="1" dirty="0">
                <a:solidFill>
                  <a:srgbClr val="FF66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Para Ingresos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70E3C3A-0A32-8CCA-A8E9-5EF01E0DCD1F}"/>
              </a:ext>
            </a:extLst>
          </p:cNvPr>
          <p:cNvCxnSpPr/>
          <p:nvPr/>
        </p:nvCxnSpPr>
        <p:spPr>
          <a:xfrm>
            <a:off x="4094259" y="4760199"/>
            <a:ext cx="4500438" cy="0"/>
          </a:xfrm>
          <a:prstGeom prst="line">
            <a:avLst/>
          </a:prstGeom>
          <a:ln>
            <a:solidFill>
              <a:srgbClr val="836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n 9" descr="Un grupo de personas de pie&#10;&#10;Descripción generada automáticamente con confianza media">
            <a:extLst>
              <a:ext uri="{FF2B5EF4-FFF2-40B4-BE49-F238E27FC236}">
                <a16:creationId xmlns:a16="http://schemas.microsoft.com/office/drawing/2014/main" id="{73967654-9601-26E5-C122-186C12ADE2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41" t="32020" r="945" b="36764"/>
          <a:stretch>
            <a:fillRect/>
          </a:stretch>
        </p:blipFill>
        <p:spPr>
          <a:xfrm>
            <a:off x="3597303" y="632083"/>
            <a:ext cx="4997394" cy="2393330"/>
          </a:xfrm>
          <a:custGeom>
            <a:avLst/>
            <a:gdLst>
              <a:gd name="connsiteX0" fmla="*/ 1196665 w 4997394"/>
              <a:gd name="connsiteY0" fmla="*/ 0 h 2393330"/>
              <a:gd name="connsiteX1" fmla="*/ 3800729 w 4997394"/>
              <a:gd name="connsiteY1" fmla="*/ 0 h 2393330"/>
              <a:gd name="connsiteX2" fmla="*/ 4997394 w 4997394"/>
              <a:gd name="connsiteY2" fmla="*/ 1196665 h 2393330"/>
              <a:gd name="connsiteX3" fmla="*/ 3800729 w 4997394"/>
              <a:gd name="connsiteY3" fmla="*/ 2393330 h 2393330"/>
              <a:gd name="connsiteX4" fmla="*/ 1196665 w 4997394"/>
              <a:gd name="connsiteY4" fmla="*/ 2393330 h 2393330"/>
              <a:gd name="connsiteX5" fmla="*/ 0 w 4997394"/>
              <a:gd name="connsiteY5" fmla="*/ 1196665 h 2393330"/>
              <a:gd name="connsiteX6" fmla="*/ 1196665 w 4997394"/>
              <a:gd name="connsiteY6" fmla="*/ 0 h 2393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7394" h="2393330">
                <a:moveTo>
                  <a:pt x="1196665" y="0"/>
                </a:moveTo>
                <a:lnTo>
                  <a:pt x="3800729" y="0"/>
                </a:lnTo>
                <a:cubicBezTo>
                  <a:pt x="4461629" y="0"/>
                  <a:pt x="4997394" y="535765"/>
                  <a:pt x="4997394" y="1196665"/>
                </a:cubicBezTo>
                <a:cubicBezTo>
                  <a:pt x="4997394" y="1857565"/>
                  <a:pt x="4461629" y="2393330"/>
                  <a:pt x="3800729" y="2393330"/>
                </a:cubicBezTo>
                <a:lnTo>
                  <a:pt x="1196665" y="2393330"/>
                </a:lnTo>
                <a:cubicBezTo>
                  <a:pt x="535765" y="2393330"/>
                  <a:pt x="0" y="1857565"/>
                  <a:pt x="0" y="1196665"/>
                </a:cubicBezTo>
                <a:cubicBezTo>
                  <a:pt x="0" y="535765"/>
                  <a:pt x="535765" y="0"/>
                  <a:pt x="119666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652141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423D4-5CDF-D88E-DFDE-0DF51D4A9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28B893E-ACB1-99C5-BF4B-DE59913C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221690"/>
            <a:ext cx="8637494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77762"/>
                </a:solidFill>
              </a:rPr>
              <a:t>Recomendaciones :</a:t>
            </a:r>
            <a:endParaRPr lang="es-CO" sz="3200" dirty="0">
              <a:solidFill>
                <a:srgbClr val="077762"/>
              </a:solidFill>
            </a:endParaRPr>
          </a:p>
        </p:txBody>
      </p:sp>
      <p:sp>
        <p:nvSpPr>
          <p:cNvPr id="21" name="Título 4">
            <a:extLst>
              <a:ext uri="{FF2B5EF4-FFF2-40B4-BE49-F238E27FC236}">
                <a16:creationId xmlns:a16="http://schemas.microsoft.com/office/drawing/2014/main" id="{2F2ED3E5-9FE6-2EFC-9D21-787643611823}"/>
              </a:ext>
            </a:extLst>
          </p:cNvPr>
          <p:cNvSpPr txBox="1">
            <a:spLocks/>
          </p:cNvSpPr>
          <p:nvPr/>
        </p:nvSpPr>
        <p:spPr>
          <a:xfrm>
            <a:off x="1463041" y="685797"/>
            <a:ext cx="5033176" cy="226377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CO" sz="5000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142A699F-A71A-161A-C132-42FC478486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1626413"/>
              </p:ext>
            </p:extLst>
          </p:nvPr>
        </p:nvGraphicFramePr>
        <p:xfrm>
          <a:off x="927754" y="1155716"/>
          <a:ext cx="11070818" cy="4749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196" name="Picture 4" descr="20 ideas de Muñeco Blanco | gente blanca, imagenes para presentaciones,  monigotes">
            <a:extLst>
              <a:ext uri="{FF2B5EF4-FFF2-40B4-BE49-F238E27FC236}">
                <a16:creationId xmlns:a16="http://schemas.microsoft.com/office/drawing/2014/main" id="{1F81349B-2D94-7DCA-C285-E1B71A9DE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005" y="5285041"/>
            <a:ext cx="1790700" cy="198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960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 descr="Diagrama&#10;&#10;Descripción generada automáticamente con confianza media">
            <a:extLst>
              <a:ext uri="{FF2B5EF4-FFF2-40B4-BE49-F238E27FC236}">
                <a16:creationId xmlns:a16="http://schemas.microsoft.com/office/drawing/2014/main" id="{F8F693D9-5F6F-145B-29B3-A05113AED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7469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B79D749DDD92947AEC9BBD99F3938C5" ma:contentTypeVersion="3" ma:contentTypeDescription="Crear nuevo documento." ma:contentTypeScope="" ma:versionID="3089f6883e1ad92c573014aab1b272a4">
  <xsd:schema xmlns:xsd="http://www.w3.org/2001/XMLSchema" xmlns:xs="http://www.w3.org/2001/XMLSchema" xmlns:p="http://schemas.microsoft.com/office/2006/metadata/properties" xmlns:ns2="b72bf547-9530-49cd-b478-1df77e12def0" targetNamespace="http://schemas.microsoft.com/office/2006/metadata/properties" ma:root="true" ma:fieldsID="a4cc9d6a95b46a48a38693c97c124aed" ns2:_="">
    <xsd:import namespace="b72bf547-9530-49cd-b478-1df77e12de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bf547-9530-49cd-b478-1df77e12de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61EBCC-4378-4F3B-8CD3-8F547ED46A7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7DC563-AE7D-4815-80B9-A89929E84D2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052020E-B713-41D1-BF43-715A3BF32C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2bf547-9530-49cd-b478-1df77e12de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1119</Words>
  <Application>Microsoft Office PowerPoint</Application>
  <PresentationFormat>Panorámica</PresentationFormat>
  <Paragraphs>223</Paragraphs>
  <Slides>25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Arial Narrow</vt:lpstr>
      <vt:lpstr>Tema de Office</vt:lpstr>
      <vt:lpstr>Presentación de PowerPoint</vt:lpstr>
      <vt:lpstr>Ordenes Manuales/Externas con solicitudes: </vt:lpstr>
      <vt:lpstr>Solicitud Chagas y Mycobacterium:</vt:lpstr>
      <vt:lpstr>Ordenes con solicitudes: </vt:lpstr>
      <vt:lpstr>Presentación de PowerPoint</vt:lpstr>
      <vt:lpstr>Presentación de PowerPoint</vt:lpstr>
      <vt:lpstr>Ordenes Manuales / Externas Perfil Lipídico</vt:lpstr>
      <vt:lpstr>Perfil Lipídico  Pacientes Particulares </vt:lpstr>
      <vt:lpstr>Presentación de PowerPoint</vt:lpstr>
      <vt:lpstr>Proteína C Reactiva Alta Precisión Automatizada  ( 906913)</vt:lpstr>
      <vt:lpstr>Inmunoglobulinas G    Ordenes SAP, Manuales/Externas</vt:lpstr>
      <vt:lpstr>Solicitud Exámenes POCT</vt:lpstr>
      <vt:lpstr>906915 Prueba No Treponémica Manual RPR</vt:lpstr>
      <vt:lpstr>VIH Y TREPONEMAS Anticuerpos y Pruebas Rápidas  :</vt:lpstr>
      <vt:lpstr>Solicitud de Tamizajes Colon y Próstata</vt:lpstr>
      <vt:lpstr>Otras solicitudes :</vt:lpstr>
      <vt:lpstr>Presentación de PowerPoint</vt:lpstr>
      <vt:lpstr>Prestaciones incluidas en otras ( Concurrencias)</vt:lpstr>
      <vt:lpstr>Prestaciones incluidas en otras ( Concurrencias)</vt:lpstr>
      <vt:lpstr>Prestaciones incluidas en otras ( Concurrencias)</vt:lpstr>
      <vt:lpstr>Prestaciones incluidas en otras ( Concurrencias)</vt:lpstr>
      <vt:lpstr>Prestaciones incluidas en otras ( Concurrencias)</vt:lpstr>
      <vt:lpstr>Presentación de PowerPoint</vt:lpstr>
      <vt:lpstr>Recomendaciones 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ANGELA MARIA BOHORQUEZ RAMOS</dc:creator>
  <cp:lastModifiedBy>Carlos Bustos</cp:lastModifiedBy>
  <cp:revision>99</cp:revision>
  <dcterms:created xsi:type="dcterms:W3CDTF">2025-01-15T23:10:00Z</dcterms:created>
  <dcterms:modified xsi:type="dcterms:W3CDTF">2026-05-15T06:17:32Z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0x0101001B79D749DDD92947AEC9BBD99F3938C5</vt:lpwstr>
  </property>
</Properties>
</file>